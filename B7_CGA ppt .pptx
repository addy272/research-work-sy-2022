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29"/>
  </p:notesMasterIdLst>
  <p:sldIdLst>
    <p:sldId id="256" r:id="rId2"/>
    <p:sldId id="313" r:id="rId3"/>
    <p:sldId id="257" r:id="rId4"/>
    <p:sldId id="314" r:id="rId5"/>
    <p:sldId id="333" r:id="rId6"/>
    <p:sldId id="334" r:id="rId7"/>
    <p:sldId id="335" r:id="rId8"/>
    <p:sldId id="336" r:id="rId9"/>
    <p:sldId id="319" r:id="rId10"/>
    <p:sldId id="320" r:id="rId11"/>
    <p:sldId id="322" r:id="rId12"/>
    <p:sldId id="323" r:id="rId13"/>
    <p:sldId id="325" r:id="rId14"/>
    <p:sldId id="258" r:id="rId15"/>
    <p:sldId id="315" r:id="rId16"/>
    <p:sldId id="316" r:id="rId17"/>
    <p:sldId id="318" r:id="rId18"/>
    <p:sldId id="327" r:id="rId19"/>
    <p:sldId id="329" r:id="rId20"/>
    <p:sldId id="330" r:id="rId21"/>
    <p:sldId id="332" r:id="rId22"/>
    <p:sldId id="326" r:id="rId23"/>
    <p:sldId id="317" r:id="rId24"/>
    <p:sldId id="260" r:id="rId25"/>
    <p:sldId id="259" r:id="rId26"/>
    <p:sldId id="261" r:id="rId27"/>
    <p:sldId id="292" r:id="rId28"/>
  </p:sldIdLst>
  <p:sldSz cx="9144000" cy="5143500" type="screen16x9"/>
  <p:notesSz cx="6858000" cy="9144000"/>
  <p:embeddedFontLst>
    <p:embeddedFont>
      <p:font typeface="Nanum Gothic Coding" panose="020B0604020202020204" charset="-127"/>
      <p:regular r:id="rId30"/>
      <p:bold r:id="rId31"/>
    </p:embeddedFont>
    <p:embeddedFont>
      <p:font typeface="Algerian" panose="04020705040A02060702" pitchFamily="82" charset="0"/>
      <p:regular r:id="rId32"/>
    </p:embeddedFont>
    <p:embeddedFont>
      <p:font typeface="Inconsolata" pitchFamily="1" charset="0"/>
      <p:regular r:id="rId33"/>
      <p:bold r:id="rId34"/>
    </p:embeddedFont>
    <p:embeddedFont>
      <p:font typeface="Nunito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Roboto Condensed Light" panose="02000000000000000000" pitchFamily="2" charset="0"/>
      <p:regular r:id="rId43"/>
      <p: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DE5F454D-EA5E-4D86-BE34-ED12E735509C}">
          <p14:sldIdLst>
            <p14:sldId id="256"/>
            <p14:sldId id="313"/>
            <p14:sldId id="257"/>
            <p14:sldId id="314"/>
          </p14:sldIdLst>
        </p14:section>
        <p14:section name="afifa" id="{C2582DA0-4795-4061-B6A6-D4B618C35B39}">
          <p14:sldIdLst>
            <p14:sldId id="333"/>
            <p14:sldId id="334"/>
            <p14:sldId id="335"/>
            <p14:sldId id="336"/>
          </p14:sldIdLst>
        </p14:section>
        <p14:section name="ankita" id="{3A0F50B7-0198-4E43-BCD8-3C30FB5A0C5E}">
          <p14:sldIdLst>
            <p14:sldId id="319"/>
            <p14:sldId id="320"/>
            <p14:sldId id="322"/>
            <p14:sldId id="323"/>
            <p14:sldId id="325"/>
          </p14:sldIdLst>
        </p14:section>
        <p14:section name="akshata" id="{FAE1CB22-34FB-4CD7-82B1-122014B5292A}">
          <p14:sldIdLst>
            <p14:sldId id="258"/>
            <p14:sldId id="315"/>
            <p14:sldId id="316"/>
            <p14:sldId id="318"/>
          </p14:sldIdLst>
        </p14:section>
        <p14:section name="aryan" id="{E94DE397-0743-4F55-8724-683D91E96930}">
          <p14:sldIdLst>
            <p14:sldId id="327"/>
            <p14:sldId id="329"/>
            <p14:sldId id="330"/>
            <p14:sldId id="332"/>
          </p14:sldIdLst>
        </p14:section>
        <p14:section name="adi" id="{EFC59AC6-6820-4DAE-8ACF-C17054FA1969}">
          <p14:sldIdLst>
            <p14:sldId id="326"/>
            <p14:sldId id="317"/>
            <p14:sldId id="260"/>
            <p14:sldId id="259"/>
            <p14:sldId id="261"/>
            <p14:sldId id="29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680B35-E914-474F-9D90-2C1FB108585C}">
  <a:tblStyle styleId="{5C680B35-E914-474F-9D90-2C1FB108585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86447" autoAdjust="0"/>
  </p:normalViewPr>
  <p:slideViewPr>
    <p:cSldViewPr snapToGrid="0">
      <p:cViewPr varScale="1">
        <p:scale>
          <a:sx n="111" d="100"/>
          <a:sy n="111" d="100"/>
        </p:scale>
        <p:origin x="20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589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44453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f09ae2a2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f09ae2a2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f02034b7c2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f02034b7c2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f083bc972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f083bc972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f083bc972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f083bc972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02034b7c2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02034b7c2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gf083bc9723_0_225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6" name="Google Shape;1706;gf083bc9723_0_225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02034b7c2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02034b7c2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gf083bc9723_0_23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5" name="Google Shape;2075;gf083bc9723_0_235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02034b7c2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02034b7c2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f083bc972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f083bc972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f083bc9723_0_22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f083bc9723_0_22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02034b7c2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02034b7c2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gf083bc9723_0_243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2" name="Google Shape;2432;gf083bc9723_0_243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gf083bc9723_0_228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1" name="Google Shape;1851;gf083bc9723_0_228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f02034b7c2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f02034b7c2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gf083bc972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4" name="Google Shape;1554;gf083bc972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gf02034b7c2_0_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9" name="Google Shape;1649;gf02034b7c2_0_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f02034b7c2_0_3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f02034b7c2_0_3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f02034b7c2_0_6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f02034b7c2_0_6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Google Shape;3102;gf083bc9723_0_25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3" name="Google Shape;3103;gf083bc9723_0_25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044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4004" cy="5143541"/>
            <a:chOff x="0" y="0"/>
            <a:chExt cx="1707500" cy="1708250"/>
          </a:xfrm>
        </p:grpSpPr>
        <p:sp>
          <p:nvSpPr>
            <p:cNvPr id="10" name="Google Shape;10;p2"/>
            <p:cNvSpPr/>
            <p:nvPr/>
          </p:nvSpPr>
          <p:spPr>
            <a:xfrm>
              <a:off x="157300" y="0"/>
              <a:ext cx="0" cy="1708250"/>
            </a:xfrm>
            <a:custGeom>
              <a:avLst/>
              <a:gdLst/>
              <a:ahLst/>
              <a:cxnLst/>
              <a:rect l="l" t="t" r="r" b="b"/>
              <a:pathLst>
                <a:path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1230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673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2235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7660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9316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0866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401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39515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5017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15501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0" y="139590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124090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0" y="10858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0" y="9308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7773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6223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46732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3130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1580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" name="Google Shape;30;p2"/>
          <p:cNvSpPr/>
          <p:nvPr/>
        </p:nvSpPr>
        <p:spPr>
          <a:xfrm>
            <a:off x="6901000" y="1193288"/>
            <a:ext cx="1777515" cy="1777515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57600" y="206025"/>
            <a:ext cx="1600915" cy="1600915"/>
          </a:xfrm>
          <a:custGeom>
            <a:avLst/>
            <a:gdLst/>
            <a:ahLst/>
            <a:cxnLst/>
            <a:rect l="l" t="t" r="r" b="b"/>
            <a:pathLst>
              <a:path w="14530" h="14530" fill="none" extrusionOk="0">
                <a:moveTo>
                  <a:pt x="14530" y="7265"/>
                </a:moveTo>
                <a:cubicBezTo>
                  <a:pt x="14530" y="11277"/>
                  <a:pt x="11277" y="14529"/>
                  <a:pt x="7265" y="14529"/>
                </a:cubicBezTo>
                <a:cubicBezTo>
                  <a:pt x="3253" y="14529"/>
                  <a:pt x="1" y="11277"/>
                  <a:pt x="1" y="7265"/>
                </a:cubicBezTo>
                <a:cubicBezTo>
                  <a:pt x="1" y="3253"/>
                  <a:pt x="3253" y="0"/>
                  <a:pt x="7265" y="0"/>
                </a:cubicBezTo>
                <a:cubicBezTo>
                  <a:pt x="11277" y="0"/>
                  <a:pt x="14530" y="3253"/>
                  <a:pt x="14530" y="7265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" name="Google Shape;32;p2"/>
          <p:cNvGrpSpPr/>
          <p:nvPr/>
        </p:nvGrpSpPr>
        <p:grpSpPr>
          <a:xfrm>
            <a:off x="145819" y="102164"/>
            <a:ext cx="8767240" cy="4896955"/>
            <a:chOff x="145819" y="102164"/>
            <a:chExt cx="8767240" cy="4896955"/>
          </a:xfrm>
        </p:grpSpPr>
        <p:sp>
          <p:nvSpPr>
            <p:cNvPr id="33" name="Google Shape;33;p2"/>
            <p:cNvSpPr/>
            <p:nvPr/>
          </p:nvSpPr>
          <p:spPr>
            <a:xfrm>
              <a:off x="5342339" y="4475875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114297" y="4367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25954" y="4010136"/>
              <a:ext cx="29234" cy="21985"/>
            </a:xfrm>
            <a:custGeom>
              <a:avLst/>
              <a:gdLst/>
              <a:ahLst/>
              <a:cxnLst/>
              <a:rect l="l" t="t" r="r" b="b"/>
              <a:pathLst>
                <a:path w="609" h="458" extrusionOk="0">
                  <a:moveTo>
                    <a:pt x="278" y="0"/>
                  </a:moveTo>
                  <a:cubicBezTo>
                    <a:pt x="1" y="0"/>
                    <a:pt x="10" y="458"/>
                    <a:pt x="305" y="458"/>
                  </a:cubicBezTo>
                  <a:cubicBezTo>
                    <a:pt x="609" y="458"/>
                    <a:pt x="609" y="2"/>
                    <a:pt x="305" y="2"/>
                  </a:cubicBezTo>
                  <a:cubicBezTo>
                    <a:pt x="295" y="1"/>
                    <a:pt x="287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854175" y="44990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139226" y="43209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662841" y="4848073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 rot="1189105">
              <a:off x="302622" y="2476693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 rot="1189105">
              <a:off x="698610" y="2151576"/>
              <a:ext cx="29234" cy="23378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1189105">
              <a:off x="148672" y="3534687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8401597" y="776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8649300" y="11932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8847951" y="6485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7834372" y="1636704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863550" y="670460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23897" y="49769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8883825" y="22057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649301" y="16588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3517847" y="14859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4257725" y="2041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542776" y="1021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" name="Google Shape;53;p2"/>
          <p:cNvGrpSpPr/>
          <p:nvPr/>
        </p:nvGrpSpPr>
        <p:grpSpPr>
          <a:xfrm>
            <a:off x="810702" y="341346"/>
            <a:ext cx="6760618" cy="3481398"/>
            <a:chOff x="713200" y="589525"/>
            <a:chExt cx="7717600" cy="4222435"/>
          </a:xfrm>
        </p:grpSpPr>
        <p:sp>
          <p:nvSpPr>
            <p:cNvPr id="54" name="Google Shape;54;p2"/>
            <p:cNvSpPr/>
            <p:nvPr/>
          </p:nvSpPr>
          <p:spPr>
            <a:xfrm>
              <a:off x="713200" y="589525"/>
              <a:ext cx="7717600" cy="4222435"/>
            </a:xfrm>
            <a:custGeom>
              <a:avLst/>
              <a:gdLst/>
              <a:ahLst/>
              <a:cxnLst/>
              <a:rect l="l" t="t" r="r" b="b"/>
              <a:pathLst>
                <a:path w="43436" h="33892" extrusionOk="0">
                  <a:moveTo>
                    <a:pt x="0" y="1"/>
                  </a:moveTo>
                  <a:lnTo>
                    <a:pt x="0" y="33892"/>
                  </a:lnTo>
                  <a:lnTo>
                    <a:pt x="43436" y="33892"/>
                  </a:lnTo>
                  <a:lnTo>
                    <a:pt x="43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778051" y="634999"/>
              <a:ext cx="7577235" cy="4127750"/>
            </a:xfrm>
            <a:custGeom>
              <a:avLst/>
              <a:gdLst/>
              <a:ahLst/>
              <a:cxnLst/>
              <a:rect l="l" t="t" r="r" b="b"/>
              <a:pathLst>
                <a:path w="42646" h="33132" extrusionOk="0">
                  <a:moveTo>
                    <a:pt x="0" y="0"/>
                  </a:moveTo>
                  <a:lnTo>
                    <a:pt x="0" y="33132"/>
                  </a:lnTo>
                  <a:lnTo>
                    <a:pt x="42645" y="33132"/>
                  </a:lnTo>
                  <a:lnTo>
                    <a:pt x="426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778051" y="638737"/>
              <a:ext cx="7577235" cy="337252"/>
            </a:xfrm>
            <a:custGeom>
              <a:avLst/>
              <a:gdLst/>
              <a:ahLst/>
              <a:cxnLst/>
              <a:rect l="l" t="t" r="r" b="b"/>
              <a:pathLst>
                <a:path w="42646" h="2707" extrusionOk="0">
                  <a:moveTo>
                    <a:pt x="0" y="1"/>
                  </a:moveTo>
                  <a:lnTo>
                    <a:pt x="0" y="2706"/>
                  </a:lnTo>
                  <a:lnTo>
                    <a:pt x="42645" y="2706"/>
                  </a:lnTo>
                  <a:lnTo>
                    <a:pt x="42645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8084122" y="684212"/>
              <a:ext cx="246314" cy="246305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1" y="1"/>
                  </a:moveTo>
                  <a:lnTo>
                    <a:pt x="1977" y="1"/>
                  </a:lnTo>
                  <a:lnTo>
                    <a:pt x="1977" y="1976"/>
                  </a:lnTo>
                  <a:lnTo>
                    <a:pt x="1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8125859" y="718349"/>
              <a:ext cx="174301" cy="174294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1398"/>
                  </a:moveTo>
                  <a:lnTo>
                    <a:pt x="139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8125859" y="718349"/>
              <a:ext cx="174301" cy="174294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0"/>
                  </a:moveTo>
                  <a:lnTo>
                    <a:pt x="1398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7762311" y="684212"/>
              <a:ext cx="246314" cy="246305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7811524" y="733424"/>
              <a:ext cx="147764" cy="147882"/>
            </a:xfrm>
            <a:custGeom>
              <a:avLst/>
              <a:gdLst/>
              <a:ahLst/>
              <a:cxnLst/>
              <a:rect l="l" t="t" r="r" b="b"/>
              <a:pathLst>
                <a:path w="1186" h="1187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86"/>
                  </a:lnTo>
                  <a:lnTo>
                    <a:pt x="0" y="118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7811524" y="771299"/>
              <a:ext cx="147764" cy="125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1"/>
                  </a:moveTo>
                  <a:lnTo>
                    <a:pt x="1186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7436638" y="684212"/>
              <a:ext cx="246190" cy="246305"/>
            </a:xfrm>
            <a:custGeom>
              <a:avLst/>
              <a:gdLst/>
              <a:ahLst/>
              <a:cxnLst/>
              <a:rect l="l" t="t" r="r" b="b"/>
              <a:pathLst>
                <a:path w="1976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7478250" y="881184"/>
              <a:ext cx="162964" cy="125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0"/>
                  </a:moveTo>
                  <a:lnTo>
                    <a:pt x="130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2"/>
          <p:cNvSpPr txBox="1">
            <a:spLocks noGrp="1"/>
          </p:cNvSpPr>
          <p:nvPr>
            <p:ph type="ctrTitle"/>
          </p:nvPr>
        </p:nvSpPr>
        <p:spPr>
          <a:xfrm>
            <a:off x="1080913" y="810375"/>
            <a:ext cx="6220200" cy="18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6" name="Google Shape;66;p2"/>
          <p:cNvSpPr txBox="1">
            <a:spLocks noGrp="1"/>
          </p:cNvSpPr>
          <p:nvPr>
            <p:ph type="subTitle" idx="1"/>
          </p:nvPr>
        </p:nvSpPr>
        <p:spPr>
          <a:xfrm>
            <a:off x="2410513" y="2688375"/>
            <a:ext cx="3561000" cy="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173200" y="2602600"/>
            <a:ext cx="2015113" cy="2015113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3"/>
          <p:cNvGrpSpPr/>
          <p:nvPr/>
        </p:nvGrpSpPr>
        <p:grpSpPr>
          <a:xfrm rot="10800000">
            <a:off x="7178877" y="6031"/>
            <a:ext cx="1965129" cy="1965129"/>
            <a:chOff x="2980575" y="3649275"/>
            <a:chExt cx="931650" cy="931650"/>
          </a:xfrm>
        </p:grpSpPr>
        <p:sp>
          <p:nvSpPr>
            <p:cNvPr id="70" name="Google Shape;70;p3"/>
            <p:cNvSpPr/>
            <p:nvPr/>
          </p:nvSpPr>
          <p:spPr>
            <a:xfrm>
              <a:off x="3137875" y="3649275"/>
              <a:ext cx="0" cy="931650"/>
            </a:xfrm>
            <a:custGeom>
              <a:avLst/>
              <a:gdLst/>
              <a:ahLst/>
              <a:cxnLst/>
              <a:rect l="l" t="t" r="r" b="b"/>
              <a:pathLst>
                <a:path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32928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1" y="1"/>
                  </a:moveTo>
                  <a:lnTo>
                    <a:pt x="1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3447900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360292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37571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1" y="1"/>
                  </a:moveTo>
                  <a:lnTo>
                    <a:pt x="1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39106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2980575" y="44220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980575" y="42670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0"/>
                  </a:moveTo>
                  <a:lnTo>
                    <a:pt x="3726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2980575" y="41135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0"/>
                  </a:moveTo>
                  <a:lnTo>
                    <a:pt x="3726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2980575" y="3958550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2980575" y="380352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2980575" y="36492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" name="Google Shape;82;p3"/>
          <p:cNvGrpSpPr/>
          <p:nvPr/>
        </p:nvGrpSpPr>
        <p:grpSpPr>
          <a:xfrm>
            <a:off x="145819" y="204148"/>
            <a:ext cx="8767240" cy="4665910"/>
            <a:chOff x="145819" y="204148"/>
            <a:chExt cx="8767240" cy="4665910"/>
          </a:xfrm>
        </p:grpSpPr>
        <p:sp>
          <p:nvSpPr>
            <p:cNvPr id="83" name="Google Shape;83;p3"/>
            <p:cNvSpPr/>
            <p:nvPr/>
          </p:nvSpPr>
          <p:spPr>
            <a:xfrm>
              <a:off x="5342339" y="4475875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2114297" y="41387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3825954" y="4010136"/>
              <a:ext cx="29234" cy="21985"/>
            </a:xfrm>
            <a:custGeom>
              <a:avLst/>
              <a:gdLst/>
              <a:ahLst/>
              <a:cxnLst/>
              <a:rect l="l" t="t" r="r" b="b"/>
              <a:pathLst>
                <a:path w="609" h="458" extrusionOk="0">
                  <a:moveTo>
                    <a:pt x="278" y="0"/>
                  </a:moveTo>
                  <a:cubicBezTo>
                    <a:pt x="1" y="0"/>
                    <a:pt x="10" y="458"/>
                    <a:pt x="305" y="458"/>
                  </a:cubicBezTo>
                  <a:cubicBezTo>
                    <a:pt x="609" y="458"/>
                    <a:pt x="609" y="2"/>
                    <a:pt x="305" y="2"/>
                  </a:cubicBezTo>
                  <a:cubicBezTo>
                    <a:pt x="295" y="1"/>
                    <a:pt x="287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2854175" y="44990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4968026" y="43209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244241" y="4848073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 rot="1189105">
              <a:off x="302622" y="1714693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 rot="1189105">
              <a:off x="698610" y="2151576"/>
              <a:ext cx="29234" cy="23378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 rot="1189105">
              <a:off x="148672" y="3534687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7791997" y="2300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8420700" y="34030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8847951" y="27821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7834372" y="1636704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6720550" y="670460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8883825" y="40345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7887301" y="41734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4257725" y="2041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" name="Google Shape;100;p3"/>
          <p:cNvGrpSpPr/>
          <p:nvPr/>
        </p:nvGrpSpPr>
        <p:grpSpPr>
          <a:xfrm>
            <a:off x="810700" y="341350"/>
            <a:ext cx="5538199" cy="3481386"/>
            <a:chOff x="810700" y="341350"/>
            <a:chExt cx="5538199" cy="3481386"/>
          </a:xfrm>
        </p:grpSpPr>
        <p:sp>
          <p:nvSpPr>
            <p:cNvPr id="101" name="Google Shape;101;p3"/>
            <p:cNvSpPr/>
            <p:nvPr/>
          </p:nvSpPr>
          <p:spPr>
            <a:xfrm>
              <a:off x="810700" y="341350"/>
              <a:ext cx="5538199" cy="3481386"/>
            </a:xfrm>
            <a:custGeom>
              <a:avLst/>
              <a:gdLst/>
              <a:ahLst/>
              <a:cxnLst/>
              <a:rect l="l" t="t" r="r" b="b"/>
              <a:pathLst>
                <a:path w="43436" h="33892" extrusionOk="0">
                  <a:moveTo>
                    <a:pt x="0" y="1"/>
                  </a:moveTo>
                  <a:lnTo>
                    <a:pt x="0" y="33892"/>
                  </a:lnTo>
                  <a:lnTo>
                    <a:pt x="43436" y="33892"/>
                  </a:lnTo>
                  <a:lnTo>
                    <a:pt x="43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857238" y="378843"/>
              <a:ext cx="5437472" cy="3403319"/>
            </a:xfrm>
            <a:custGeom>
              <a:avLst/>
              <a:gdLst/>
              <a:ahLst/>
              <a:cxnLst/>
              <a:rect l="l" t="t" r="r" b="b"/>
              <a:pathLst>
                <a:path w="42646" h="33132" extrusionOk="0">
                  <a:moveTo>
                    <a:pt x="0" y="0"/>
                  </a:moveTo>
                  <a:lnTo>
                    <a:pt x="0" y="33132"/>
                  </a:lnTo>
                  <a:lnTo>
                    <a:pt x="42645" y="33132"/>
                  </a:lnTo>
                  <a:lnTo>
                    <a:pt x="426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857238" y="381925"/>
              <a:ext cx="5437472" cy="278063"/>
            </a:xfrm>
            <a:custGeom>
              <a:avLst/>
              <a:gdLst/>
              <a:ahLst/>
              <a:cxnLst/>
              <a:rect l="l" t="t" r="r" b="b"/>
              <a:pathLst>
                <a:path w="42646" h="2707" extrusionOk="0">
                  <a:moveTo>
                    <a:pt x="0" y="1"/>
                  </a:moveTo>
                  <a:lnTo>
                    <a:pt x="0" y="2706"/>
                  </a:lnTo>
                  <a:lnTo>
                    <a:pt x="42645" y="2706"/>
                  </a:lnTo>
                  <a:lnTo>
                    <a:pt x="42645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6048430" y="419416"/>
              <a:ext cx="215770" cy="203077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1" y="1"/>
                  </a:moveTo>
                  <a:lnTo>
                    <a:pt x="1977" y="1"/>
                  </a:lnTo>
                  <a:lnTo>
                    <a:pt x="1977" y="1976"/>
                  </a:lnTo>
                  <a:lnTo>
                    <a:pt x="1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6084991" y="447561"/>
              <a:ext cx="152687" cy="14370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1398"/>
                  </a:moveTo>
                  <a:lnTo>
                    <a:pt x="139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084991" y="447561"/>
              <a:ext cx="152687" cy="14370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0"/>
                  </a:moveTo>
                  <a:lnTo>
                    <a:pt x="1398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766523" y="419416"/>
              <a:ext cx="215770" cy="203077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5809633" y="459991"/>
              <a:ext cx="129440" cy="121929"/>
            </a:xfrm>
            <a:custGeom>
              <a:avLst/>
              <a:gdLst/>
              <a:ahLst/>
              <a:cxnLst/>
              <a:rect l="l" t="t" r="r" b="b"/>
              <a:pathLst>
                <a:path w="1186" h="1187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86"/>
                  </a:lnTo>
                  <a:lnTo>
                    <a:pt x="0" y="118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5809633" y="491218"/>
              <a:ext cx="129440" cy="103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1"/>
                  </a:moveTo>
                  <a:lnTo>
                    <a:pt x="1186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5481233" y="419416"/>
              <a:ext cx="215661" cy="203077"/>
            </a:xfrm>
            <a:custGeom>
              <a:avLst/>
              <a:gdLst/>
              <a:ahLst/>
              <a:cxnLst/>
              <a:rect l="l" t="t" r="r" b="b"/>
              <a:pathLst>
                <a:path w="1976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517686" y="581819"/>
              <a:ext cx="142755" cy="103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0"/>
                  </a:moveTo>
                  <a:lnTo>
                    <a:pt x="130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2" name="Google Shape;112;p3"/>
          <p:cNvSpPr txBox="1">
            <a:spLocks noGrp="1"/>
          </p:cNvSpPr>
          <p:nvPr>
            <p:ph type="title"/>
          </p:nvPr>
        </p:nvSpPr>
        <p:spPr>
          <a:xfrm>
            <a:off x="1044176" y="1927500"/>
            <a:ext cx="402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3" name="Google Shape;113;p3"/>
          <p:cNvSpPr txBox="1">
            <a:spLocks noGrp="1"/>
          </p:cNvSpPr>
          <p:nvPr>
            <p:ph type="subTitle" idx="1"/>
          </p:nvPr>
        </p:nvSpPr>
        <p:spPr>
          <a:xfrm>
            <a:off x="1044180" y="2833238"/>
            <a:ext cx="30597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"/>
          <p:cNvSpPr txBox="1">
            <a:spLocks noGrp="1"/>
          </p:cNvSpPr>
          <p:nvPr>
            <p:ph type="title" idx="2" hasCustomPrompt="1"/>
          </p:nvPr>
        </p:nvSpPr>
        <p:spPr>
          <a:xfrm>
            <a:off x="1044175" y="800298"/>
            <a:ext cx="1905600" cy="10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86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>
    <p:cover dir="r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4"/>
          <p:cNvGrpSpPr/>
          <p:nvPr/>
        </p:nvGrpSpPr>
        <p:grpSpPr>
          <a:xfrm rot="10800000">
            <a:off x="5459786" y="2677292"/>
            <a:ext cx="3684221" cy="2466198"/>
            <a:chOff x="5010250" y="1493475"/>
            <a:chExt cx="1392900" cy="932400"/>
          </a:xfrm>
        </p:grpSpPr>
        <p:sp>
          <p:nvSpPr>
            <p:cNvPr id="117" name="Google Shape;117;p4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" name="Google Shape;132;p4"/>
          <p:cNvGrpSpPr/>
          <p:nvPr/>
        </p:nvGrpSpPr>
        <p:grpSpPr>
          <a:xfrm>
            <a:off x="500750" y="983825"/>
            <a:ext cx="8149767" cy="3799005"/>
            <a:chOff x="500750" y="983825"/>
            <a:chExt cx="8149767" cy="3799005"/>
          </a:xfrm>
        </p:grpSpPr>
        <p:grpSp>
          <p:nvGrpSpPr>
            <p:cNvPr id="133" name="Google Shape;133;p4"/>
            <p:cNvGrpSpPr/>
            <p:nvPr/>
          </p:nvGrpSpPr>
          <p:grpSpPr>
            <a:xfrm>
              <a:off x="500750" y="983825"/>
              <a:ext cx="8149767" cy="3799005"/>
              <a:chOff x="500750" y="983825"/>
              <a:chExt cx="8149767" cy="3799005"/>
            </a:xfrm>
          </p:grpSpPr>
          <p:sp>
            <p:nvSpPr>
              <p:cNvPr id="134" name="Google Shape;134;p4"/>
              <p:cNvSpPr/>
              <p:nvPr/>
            </p:nvSpPr>
            <p:spPr>
              <a:xfrm>
                <a:off x="500750" y="983825"/>
                <a:ext cx="8149767" cy="3799005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580507" y="1065556"/>
                <a:ext cx="7983481" cy="3641748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4"/>
              <p:cNvSpPr/>
              <p:nvPr/>
            </p:nvSpPr>
            <p:spPr>
              <a:xfrm>
                <a:off x="7965076" y="1129780"/>
                <a:ext cx="302230" cy="302230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7" name="Google Shape;137;p4"/>
            <p:cNvSpPr/>
            <p:nvPr/>
          </p:nvSpPr>
          <p:spPr>
            <a:xfrm>
              <a:off x="543713" y="1028100"/>
              <a:ext cx="8063846" cy="271476"/>
            </a:xfrm>
            <a:custGeom>
              <a:avLst/>
              <a:gdLst/>
              <a:ahLst/>
              <a:cxnLst/>
              <a:rect l="l" t="t" r="r" b="b"/>
              <a:pathLst>
                <a:path w="365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6566" y="2645"/>
                  </a:lnTo>
                  <a:lnTo>
                    <a:pt x="365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endParaRPr>
            </a:p>
          </p:txBody>
        </p:sp>
        <p:grpSp>
          <p:nvGrpSpPr>
            <p:cNvPr id="138" name="Google Shape;138;p4"/>
            <p:cNvGrpSpPr/>
            <p:nvPr/>
          </p:nvGrpSpPr>
          <p:grpSpPr>
            <a:xfrm>
              <a:off x="7838000" y="1065600"/>
              <a:ext cx="726325" cy="196476"/>
              <a:chOff x="8689262" y="361063"/>
              <a:chExt cx="726325" cy="196476"/>
            </a:xfrm>
          </p:grpSpPr>
          <p:sp>
            <p:nvSpPr>
              <p:cNvPr id="139" name="Google Shape;139;p4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" name="Google Shape;143;p4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144" name="Google Shape;144;p4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4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6" name="Google Shape;146;p4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147" name="Google Shape;147;p4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4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9" name="Google Shape;149;p4"/>
          <p:cNvSpPr txBox="1">
            <a:spLocks noGrp="1"/>
          </p:cNvSpPr>
          <p:nvPr>
            <p:ph type="body" idx="1"/>
          </p:nvPr>
        </p:nvSpPr>
        <p:spPr>
          <a:xfrm>
            <a:off x="713225" y="1467900"/>
            <a:ext cx="7717500" cy="30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  <a:defRPr sz="1000">
                <a:solidFill>
                  <a:schemeClr val="dk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rabicPeriod"/>
              <a:defRPr>
                <a:solidFill>
                  <a:schemeClr val="dk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alphaLcPeriod"/>
              <a:defRPr>
                <a:solidFill>
                  <a:schemeClr val="dk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AutoNum type="romanLcPeriod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"/>
          <p:cNvSpPr/>
          <p:nvPr/>
        </p:nvSpPr>
        <p:spPr>
          <a:xfrm>
            <a:off x="5991513" y="1354225"/>
            <a:ext cx="1600915" cy="1600915"/>
          </a:xfrm>
          <a:custGeom>
            <a:avLst/>
            <a:gdLst/>
            <a:ahLst/>
            <a:cxnLst/>
            <a:rect l="l" t="t" r="r" b="b"/>
            <a:pathLst>
              <a:path w="14530" h="14530" fill="none" extrusionOk="0">
                <a:moveTo>
                  <a:pt x="14530" y="7265"/>
                </a:moveTo>
                <a:cubicBezTo>
                  <a:pt x="14530" y="11277"/>
                  <a:pt x="11277" y="14529"/>
                  <a:pt x="7265" y="14529"/>
                </a:cubicBezTo>
                <a:cubicBezTo>
                  <a:pt x="3253" y="14529"/>
                  <a:pt x="1" y="11277"/>
                  <a:pt x="1" y="7265"/>
                </a:cubicBezTo>
                <a:cubicBezTo>
                  <a:pt x="1" y="3253"/>
                  <a:pt x="3253" y="0"/>
                  <a:pt x="7265" y="0"/>
                </a:cubicBezTo>
                <a:cubicBezTo>
                  <a:pt x="11277" y="0"/>
                  <a:pt x="14530" y="3253"/>
                  <a:pt x="14530" y="7265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1" name="Google Shape;261;p8"/>
          <p:cNvGrpSpPr/>
          <p:nvPr/>
        </p:nvGrpSpPr>
        <p:grpSpPr>
          <a:xfrm>
            <a:off x="11" y="-8"/>
            <a:ext cx="3684221" cy="2466198"/>
            <a:chOff x="5010250" y="1493475"/>
            <a:chExt cx="1392900" cy="932400"/>
          </a:xfrm>
        </p:grpSpPr>
        <p:sp>
          <p:nvSpPr>
            <p:cNvPr id="262" name="Google Shape;262;p8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8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8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8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8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8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8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8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8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8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7" name="Google Shape;277;p8"/>
          <p:cNvGrpSpPr/>
          <p:nvPr/>
        </p:nvGrpSpPr>
        <p:grpSpPr>
          <a:xfrm>
            <a:off x="653150" y="696925"/>
            <a:ext cx="5578861" cy="3801458"/>
            <a:chOff x="500750" y="981375"/>
            <a:chExt cx="5578861" cy="3801458"/>
          </a:xfrm>
        </p:grpSpPr>
        <p:grpSp>
          <p:nvGrpSpPr>
            <p:cNvPr id="278" name="Google Shape;278;p8"/>
            <p:cNvGrpSpPr/>
            <p:nvPr/>
          </p:nvGrpSpPr>
          <p:grpSpPr>
            <a:xfrm>
              <a:off x="500750" y="981375"/>
              <a:ext cx="5578861" cy="3801458"/>
              <a:chOff x="713189" y="589536"/>
              <a:chExt cx="5283012" cy="4222435"/>
            </a:xfrm>
          </p:grpSpPr>
          <p:sp>
            <p:nvSpPr>
              <p:cNvPr id="279" name="Google Shape;279;p8"/>
              <p:cNvSpPr/>
              <p:nvPr/>
            </p:nvSpPr>
            <p:spPr>
              <a:xfrm>
                <a:off x="713189" y="589536"/>
                <a:ext cx="5283012" cy="4222435"/>
              </a:xfrm>
              <a:custGeom>
                <a:avLst/>
                <a:gdLst/>
                <a:ahLst/>
                <a:cxnLst/>
                <a:rect l="l" t="t" r="r" b="b"/>
                <a:pathLst>
                  <a:path w="43436" h="33892" extrusionOk="0">
                    <a:moveTo>
                      <a:pt x="0" y="1"/>
                    </a:moveTo>
                    <a:lnTo>
                      <a:pt x="0" y="33892"/>
                    </a:lnTo>
                    <a:lnTo>
                      <a:pt x="43436" y="33892"/>
                    </a:lnTo>
                    <a:lnTo>
                      <a:pt x="434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8"/>
              <p:cNvSpPr/>
              <p:nvPr/>
            </p:nvSpPr>
            <p:spPr>
              <a:xfrm>
                <a:off x="731511" y="949480"/>
                <a:ext cx="5244179" cy="3829314"/>
              </a:xfrm>
              <a:custGeom>
                <a:avLst/>
                <a:gdLst/>
                <a:ahLst/>
                <a:cxnLst/>
                <a:rect l="l" t="t" r="r" b="b"/>
                <a:pathLst>
                  <a:path w="42646" h="33132" extrusionOk="0">
                    <a:moveTo>
                      <a:pt x="0" y="0"/>
                    </a:moveTo>
                    <a:lnTo>
                      <a:pt x="0" y="33132"/>
                    </a:lnTo>
                    <a:lnTo>
                      <a:pt x="42645" y="33132"/>
                    </a:lnTo>
                    <a:lnTo>
                      <a:pt x="426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8"/>
              <p:cNvSpPr/>
              <p:nvPr/>
            </p:nvSpPr>
            <p:spPr>
              <a:xfrm>
                <a:off x="731511" y="620536"/>
                <a:ext cx="5244179" cy="301526"/>
              </a:xfrm>
              <a:custGeom>
                <a:avLst/>
                <a:gdLst/>
                <a:ahLst/>
                <a:cxnLst/>
                <a:rect l="l" t="t" r="r" b="b"/>
                <a:pathLst>
                  <a:path w="42646" h="2707" extrusionOk="0">
                    <a:moveTo>
                      <a:pt x="0" y="1"/>
                    </a:moveTo>
                    <a:lnTo>
                      <a:pt x="0" y="2706"/>
                    </a:lnTo>
                    <a:lnTo>
                      <a:pt x="42645" y="2706"/>
                    </a:lnTo>
                    <a:lnTo>
                      <a:pt x="4264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223EE"/>
                  </a:gs>
                  <a:gs pos="100000">
                    <a:schemeClr val="accent1"/>
                  </a:gs>
                </a:gsLst>
                <a:lin ang="189007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5270677" y="1048484"/>
              <a:ext cx="744266" cy="193054"/>
              <a:chOff x="4377463" y="703541"/>
              <a:chExt cx="893799" cy="246305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5024947" y="703541"/>
                <a:ext cx="246314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7" fill="none" extrusionOk="0">
                    <a:moveTo>
                      <a:pt x="1" y="1"/>
                    </a:moveTo>
                    <a:lnTo>
                      <a:pt x="1977" y="1"/>
                    </a:lnTo>
                    <a:lnTo>
                      <a:pt x="1977" y="1976"/>
                    </a:lnTo>
                    <a:lnTo>
                      <a:pt x="1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8"/>
              <p:cNvSpPr/>
              <p:nvPr/>
            </p:nvSpPr>
            <p:spPr>
              <a:xfrm>
                <a:off x="5066684" y="737678"/>
                <a:ext cx="174301" cy="17429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1398"/>
                    </a:moveTo>
                    <a:lnTo>
                      <a:pt x="139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8"/>
              <p:cNvSpPr/>
              <p:nvPr/>
            </p:nvSpPr>
            <p:spPr>
              <a:xfrm>
                <a:off x="5066684" y="737678"/>
                <a:ext cx="174301" cy="17429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0"/>
                    </a:moveTo>
                    <a:lnTo>
                      <a:pt x="1398" y="139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8"/>
              <p:cNvSpPr/>
              <p:nvPr/>
            </p:nvSpPr>
            <p:spPr>
              <a:xfrm>
                <a:off x="4703136" y="703541"/>
                <a:ext cx="246314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7" fill="none" extrusionOk="0">
                    <a:moveTo>
                      <a:pt x="0" y="1"/>
                    </a:moveTo>
                    <a:lnTo>
                      <a:pt x="1976" y="1"/>
                    </a:lnTo>
                    <a:lnTo>
                      <a:pt x="1976" y="1976"/>
                    </a:lnTo>
                    <a:lnTo>
                      <a:pt x="0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8"/>
              <p:cNvSpPr/>
              <p:nvPr/>
            </p:nvSpPr>
            <p:spPr>
              <a:xfrm>
                <a:off x="4752349" y="752753"/>
                <a:ext cx="147764" cy="147882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87" fill="none" extrusionOk="0">
                    <a:moveTo>
                      <a:pt x="0" y="1"/>
                    </a:moveTo>
                    <a:lnTo>
                      <a:pt x="1186" y="1"/>
                    </a:lnTo>
                    <a:lnTo>
                      <a:pt x="1186" y="1186"/>
                    </a:lnTo>
                    <a:lnTo>
                      <a:pt x="0" y="118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8"/>
              <p:cNvSpPr/>
              <p:nvPr/>
            </p:nvSpPr>
            <p:spPr>
              <a:xfrm>
                <a:off x="4752349" y="790627"/>
                <a:ext cx="147764" cy="1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" fill="none" extrusionOk="0">
                    <a:moveTo>
                      <a:pt x="0" y="1"/>
                    </a:moveTo>
                    <a:lnTo>
                      <a:pt x="1186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8"/>
              <p:cNvSpPr/>
              <p:nvPr/>
            </p:nvSpPr>
            <p:spPr>
              <a:xfrm>
                <a:off x="4377463" y="703541"/>
                <a:ext cx="246190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1977" fill="none" extrusionOk="0">
                    <a:moveTo>
                      <a:pt x="0" y="1"/>
                    </a:moveTo>
                    <a:lnTo>
                      <a:pt x="1976" y="1"/>
                    </a:lnTo>
                    <a:lnTo>
                      <a:pt x="1976" y="1976"/>
                    </a:lnTo>
                    <a:lnTo>
                      <a:pt x="0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4419076" y="900513"/>
                <a:ext cx="162964" cy="125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" fill="none" extrusionOk="0">
                    <a:moveTo>
                      <a:pt x="1" y="0"/>
                    </a:moveTo>
                    <a:lnTo>
                      <a:pt x="130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91" name="Google Shape;291;p8"/>
          <p:cNvSpPr txBox="1">
            <a:spLocks noGrp="1"/>
          </p:cNvSpPr>
          <p:nvPr>
            <p:ph type="title"/>
          </p:nvPr>
        </p:nvSpPr>
        <p:spPr>
          <a:xfrm>
            <a:off x="1114675" y="1216950"/>
            <a:ext cx="4629000" cy="289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2" name="Google Shape;292;p8"/>
          <p:cNvGrpSpPr/>
          <p:nvPr/>
        </p:nvGrpSpPr>
        <p:grpSpPr>
          <a:xfrm>
            <a:off x="7025500" y="355975"/>
            <a:ext cx="1421653" cy="335929"/>
            <a:chOff x="6415900" y="203575"/>
            <a:chExt cx="1421653" cy="335929"/>
          </a:xfrm>
        </p:grpSpPr>
        <p:sp>
          <p:nvSpPr>
            <p:cNvPr id="293" name="Google Shape;293;p8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8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cover dir="r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9"/>
          <p:cNvSpPr/>
          <p:nvPr/>
        </p:nvSpPr>
        <p:spPr>
          <a:xfrm>
            <a:off x="1041650" y="244775"/>
            <a:ext cx="1600915" cy="1600915"/>
          </a:xfrm>
          <a:custGeom>
            <a:avLst/>
            <a:gdLst/>
            <a:ahLst/>
            <a:cxnLst/>
            <a:rect l="l" t="t" r="r" b="b"/>
            <a:pathLst>
              <a:path w="14530" h="14530" fill="none" extrusionOk="0">
                <a:moveTo>
                  <a:pt x="14530" y="7265"/>
                </a:moveTo>
                <a:cubicBezTo>
                  <a:pt x="14530" y="11277"/>
                  <a:pt x="11277" y="14529"/>
                  <a:pt x="7265" y="14529"/>
                </a:cubicBezTo>
                <a:cubicBezTo>
                  <a:pt x="3253" y="14529"/>
                  <a:pt x="1" y="11277"/>
                  <a:pt x="1" y="7265"/>
                </a:cubicBezTo>
                <a:cubicBezTo>
                  <a:pt x="1" y="3253"/>
                  <a:pt x="3253" y="0"/>
                  <a:pt x="7265" y="0"/>
                </a:cubicBezTo>
                <a:cubicBezTo>
                  <a:pt x="11277" y="0"/>
                  <a:pt x="14530" y="3253"/>
                  <a:pt x="14530" y="7265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9"/>
          <p:cNvGrpSpPr/>
          <p:nvPr/>
        </p:nvGrpSpPr>
        <p:grpSpPr>
          <a:xfrm rot="10800000" flipH="1">
            <a:off x="11" y="2677292"/>
            <a:ext cx="3684221" cy="2466198"/>
            <a:chOff x="5010250" y="1493475"/>
            <a:chExt cx="1392900" cy="932400"/>
          </a:xfrm>
        </p:grpSpPr>
        <p:sp>
          <p:nvSpPr>
            <p:cNvPr id="302" name="Google Shape;302;p9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9"/>
          <p:cNvGrpSpPr/>
          <p:nvPr/>
        </p:nvGrpSpPr>
        <p:grpSpPr>
          <a:xfrm>
            <a:off x="7025500" y="355975"/>
            <a:ext cx="1421653" cy="335929"/>
            <a:chOff x="6415900" y="203575"/>
            <a:chExt cx="1421653" cy="335929"/>
          </a:xfrm>
        </p:grpSpPr>
        <p:sp>
          <p:nvSpPr>
            <p:cNvPr id="318" name="Google Shape;318;p9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9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9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9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9"/>
          <p:cNvGrpSpPr/>
          <p:nvPr/>
        </p:nvGrpSpPr>
        <p:grpSpPr>
          <a:xfrm>
            <a:off x="1652900" y="983813"/>
            <a:ext cx="5838193" cy="3175867"/>
            <a:chOff x="1652900" y="983813"/>
            <a:chExt cx="5838193" cy="3175867"/>
          </a:xfrm>
        </p:grpSpPr>
        <p:grpSp>
          <p:nvGrpSpPr>
            <p:cNvPr id="325" name="Google Shape;325;p9"/>
            <p:cNvGrpSpPr/>
            <p:nvPr/>
          </p:nvGrpSpPr>
          <p:grpSpPr>
            <a:xfrm>
              <a:off x="1652900" y="983813"/>
              <a:ext cx="5838193" cy="3175867"/>
              <a:chOff x="2557425" y="275400"/>
              <a:chExt cx="5838193" cy="3175867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2557425" y="275400"/>
                <a:ext cx="5838193" cy="3175867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9"/>
              <p:cNvSpPr/>
              <p:nvPr/>
            </p:nvSpPr>
            <p:spPr>
              <a:xfrm>
                <a:off x="2614560" y="343726"/>
                <a:ext cx="5719071" cy="3044404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9"/>
              <p:cNvSpPr/>
              <p:nvPr/>
            </p:nvSpPr>
            <p:spPr>
              <a:xfrm>
                <a:off x="2614550" y="325858"/>
                <a:ext cx="5723924" cy="271476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9" name="Google Shape;329;p9"/>
            <p:cNvGrpSpPr/>
            <p:nvPr/>
          </p:nvGrpSpPr>
          <p:grpSpPr>
            <a:xfrm>
              <a:off x="6664025" y="1075100"/>
              <a:ext cx="726325" cy="196476"/>
              <a:chOff x="8689262" y="361063"/>
              <a:chExt cx="726325" cy="196476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4" name="Google Shape;334;p9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335" name="Google Shape;335;p9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6" name="Google Shape;336;p9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37" name="Google Shape;337;p9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338" name="Google Shape;338;p9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39" name="Google Shape;339;p9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340" name="Google Shape;340;p9"/>
          <p:cNvSpPr txBox="1">
            <a:spLocks noGrp="1"/>
          </p:cNvSpPr>
          <p:nvPr>
            <p:ph type="title"/>
          </p:nvPr>
        </p:nvSpPr>
        <p:spPr>
          <a:xfrm>
            <a:off x="2549400" y="1647613"/>
            <a:ext cx="4045200" cy="80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1" name="Google Shape;341;p9"/>
          <p:cNvSpPr txBox="1">
            <a:spLocks noGrp="1"/>
          </p:cNvSpPr>
          <p:nvPr>
            <p:ph type="subTitle" idx="1"/>
          </p:nvPr>
        </p:nvSpPr>
        <p:spPr>
          <a:xfrm>
            <a:off x="2549400" y="24516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solidFill>
          <a:schemeClr val="dk2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3"/>
          <p:cNvGrpSpPr/>
          <p:nvPr/>
        </p:nvGrpSpPr>
        <p:grpSpPr>
          <a:xfrm>
            <a:off x="91300" y="4011550"/>
            <a:ext cx="1827660" cy="431872"/>
            <a:chOff x="4213100" y="2995550"/>
            <a:chExt cx="1827660" cy="431872"/>
          </a:xfrm>
        </p:grpSpPr>
        <p:sp>
          <p:nvSpPr>
            <p:cNvPr id="408" name="Google Shape;408;p13"/>
            <p:cNvSpPr/>
            <p:nvPr/>
          </p:nvSpPr>
          <p:spPr>
            <a:xfrm>
              <a:off x="5608888" y="3211426"/>
              <a:ext cx="431872" cy="122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5824764" y="2995550"/>
              <a:ext cx="122" cy="431872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4912892" y="3211426"/>
              <a:ext cx="431872" cy="122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5124972" y="2995550"/>
              <a:ext cx="122" cy="431872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213100" y="3211426"/>
              <a:ext cx="428199" cy="122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4428976" y="2995550"/>
              <a:ext cx="122" cy="431872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13"/>
          <p:cNvGrpSpPr/>
          <p:nvPr/>
        </p:nvGrpSpPr>
        <p:grpSpPr>
          <a:xfrm flipH="1">
            <a:off x="5443111" y="17"/>
            <a:ext cx="3684221" cy="2466198"/>
            <a:chOff x="5010250" y="1493475"/>
            <a:chExt cx="1392900" cy="932400"/>
          </a:xfrm>
        </p:grpSpPr>
        <p:sp>
          <p:nvSpPr>
            <p:cNvPr id="415" name="Google Shape;415;p13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13"/>
          <p:cNvGrpSpPr/>
          <p:nvPr/>
        </p:nvGrpSpPr>
        <p:grpSpPr>
          <a:xfrm>
            <a:off x="500762" y="981365"/>
            <a:ext cx="8149785" cy="3801458"/>
            <a:chOff x="500762" y="981365"/>
            <a:chExt cx="8149785" cy="3801458"/>
          </a:xfrm>
        </p:grpSpPr>
        <p:grpSp>
          <p:nvGrpSpPr>
            <p:cNvPr id="431" name="Google Shape;431;p13"/>
            <p:cNvGrpSpPr/>
            <p:nvPr/>
          </p:nvGrpSpPr>
          <p:grpSpPr>
            <a:xfrm>
              <a:off x="500762" y="981365"/>
              <a:ext cx="8149785" cy="3801458"/>
              <a:chOff x="713200" y="589525"/>
              <a:chExt cx="7717600" cy="4222435"/>
            </a:xfrm>
          </p:grpSpPr>
          <p:sp>
            <p:nvSpPr>
              <p:cNvPr id="432" name="Google Shape;432;p13"/>
              <p:cNvSpPr/>
              <p:nvPr/>
            </p:nvSpPr>
            <p:spPr>
              <a:xfrm>
                <a:off x="713200" y="589525"/>
                <a:ext cx="7717600" cy="4222435"/>
              </a:xfrm>
              <a:custGeom>
                <a:avLst/>
                <a:gdLst/>
                <a:ahLst/>
                <a:cxnLst/>
                <a:rect l="l" t="t" r="r" b="b"/>
                <a:pathLst>
                  <a:path w="43436" h="33892" extrusionOk="0">
                    <a:moveTo>
                      <a:pt x="0" y="1"/>
                    </a:moveTo>
                    <a:lnTo>
                      <a:pt x="0" y="33892"/>
                    </a:lnTo>
                    <a:lnTo>
                      <a:pt x="43436" y="33892"/>
                    </a:lnTo>
                    <a:lnTo>
                      <a:pt x="4343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13"/>
              <p:cNvSpPr/>
              <p:nvPr/>
            </p:nvSpPr>
            <p:spPr>
              <a:xfrm>
                <a:off x="739964" y="949471"/>
                <a:ext cx="7660821" cy="3829314"/>
              </a:xfrm>
              <a:custGeom>
                <a:avLst/>
                <a:gdLst/>
                <a:ahLst/>
                <a:cxnLst/>
                <a:rect l="l" t="t" r="r" b="b"/>
                <a:pathLst>
                  <a:path w="42646" h="33132" extrusionOk="0">
                    <a:moveTo>
                      <a:pt x="0" y="0"/>
                    </a:moveTo>
                    <a:lnTo>
                      <a:pt x="0" y="33132"/>
                    </a:lnTo>
                    <a:lnTo>
                      <a:pt x="42645" y="33132"/>
                    </a:lnTo>
                    <a:lnTo>
                      <a:pt x="4264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739964" y="620525"/>
                <a:ext cx="7660821" cy="301526"/>
              </a:xfrm>
              <a:custGeom>
                <a:avLst/>
                <a:gdLst/>
                <a:ahLst/>
                <a:cxnLst/>
                <a:rect l="l" t="t" r="r" b="b"/>
                <a:pathLst>
                  <a:path w="42646" h="2707" extrusionOk="0">
                    <a:moveTo>
                      <a:pt x="0" y="1"/>
                    </a:moveTo>
                    <a:lnTo>
                      <a:pt x="0" y="2706"/>
                    </a:lnTo>
                    <a:lnTo>
                      <a:pt x="42645" y="2706"/>
                    </a:lnTo>
                    <a:lnTo>
                      <a:pt x="4264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223EE"/>
                  </a:gs>
                  <a:gs pos="100000">
                    <a:schemeClr val="accent1"/>
                  </a:gs>
                </a:gsLst>
                <a:lin ang="189007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5" name="Google Shape;435;p13"/>
            <p:cNvGrpSpPr/>
            <p:nvPr/>
          </p:nvGrpSpPr>
          <p:grpSpPr>
            <a:xfrm>
              <a:off x="7818052" y="1048484"/>
              <a:ext cx="744266" cy="193054"/>
              <a:chOff x="7436638" y="703541"/>
              <a:chExt cx="893799" cy="246305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8084122" y="703541"/>
                <a:ext cx="246314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7" fill="none" extrusionOk="0">
                    <a:moveTo>
                      <a:pt x="1" y="1"/>
                    </a:moveTo>
                    <a:lnTo>
                      <a:pt x="1977" y="1"/>
                    </a:lnTo>
                    <a:lnTo>
                      <a:pt x="1977" y="1976"/>
                    </a:lnTo>
                    <a:lnTo>
                      <a:pt x="1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8125859" y="737678"/>
                <a:ext cx="174301" cy="17429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1398"/>
                    </a:moveTo>
                    <a:lnTo>
                      <a:pt x="139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8125859" y="737678"/>
                <a:ext cx="174301" cy="174294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0"/>
                    </a:moveTo>
                    <a:lnTo>
                      <a:pt x="1398" y="139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7762311" y="703541"/>
                <a:ext cx="246314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7" h="1977" fill="none" extrusionOk="0">
                    <a:moveTo>
                      <a:pt x="0" y="1"/>
                    </a:moveTo>
                    <a:lnTo>
                      <a:pt x="1976" y="1"/>
                    </a:lnTo>
                    <a:lnTo>
                      <a:pt x="1976" y="1976"/>
                    </a:lnTo>
                    <a:lnTo>
                      <a:pt x="0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7811524" y="752753"/>
                <a:ext cx="147764" cy="147882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87" fill="none" extrusionOk="0">
                    <a:moveTo>
                      <a:pt x="0" y="1"/>
                    </a:moveTo>
                    <a:lnTo>
                      <a:pt x="1186" y="1"/>
                    </a:lnTo>
                    <a:lnTo>
                      <a:pt x="1186" y="1186"/>
                    </a:lnTo>
                    <a:lnTo>
                      <a:pt x="0" y="118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7811524" y="790627"/>
                <a:ext cx="147764" cy="125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" fill="none" extrusionOk="0">
                    <a:moveTo>
                      <a:pt x="0" y="1"/>
                    </a:moveTo>
                    <a:lnTo>
                      <a:pt x="1186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3"/>
              <p:cNvSpPr/>
              <p:nvPr/>
            </p:nvSpPr>
            <p:spPr>
              <a:xfrm>
                <a:off x="7436638" y="703541"/>
                <a:ext cx="246190" cy="246305"/>
              </a:xfrm>
              <a:custGeom>
                <a:avLst/>
                <a:gdLst/>
                <a:ahLst/>
                <a:cxnLst/>
                <a:rect l="l" t="t" r="r" b="b"/>
                <a:pathLst>
                  <a:path w="1976" h="1977" fill="none" extrusionOk="0">
                    <a:moveTo>
                      <a:pt x="0" y="1"/>
                    </a:moveTo>
                    <a:lnTo>
                      <a:pt x="1976" y="1"/>
                    </a:lnTo>
                    <a:lnTo>
                      <a:pt x="1976" y="1976"/>
                    </a:lnTo>
                    <a:lnTo>
                      <a:pt x="0" y="197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7478250" y="900513"/>
                <a:ext cx="162964" cy="125"/>
              </a:xfrm>
              <a:custGeom>
                <a:avLst/>
                <a:gdLst/>
                <a:ahLst/>
                <a:cxnLst/>
                <a:rect l="l" t="t" r="r" b="b"/>
                <a:pathLst>
                  <a:path w="1308" h="1" fill="none" extrusionOk="0">
                    <a:moveTo>
                      <a:pt x="1" y="0"/>
                    </a:moveTo>
                    <a:lnTo>
                      <a:pt x="130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44" name="Google Shape;444;p13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5" name="Google Shape;445;p13"/>
          <p:cNvSpPr txBox="1">
            <a:spLocks noGrp="1"/>
          </p:cNvSpPr>
          <p:nvPr>
            <p:ph type="subTitle" idx="1"/>
          </p:nvPr>
        </p:nvSpPr>
        <p:spPr>
          <a:xfrm>
            <a:off x="767701" y="2050072"/>
            <a:ext cx="25392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6" name="Google Shape;446;p13"/>
          <p:cNvSpPr txBox="1">
            <a:spLocks noGrp="1"/>
          </p:cNvSpPr>
          <p:nvPr>
            <p:ph type="subTitle" idx="2"/>
          </p:nvPr>
        </p:nvSpPr>
        <p:spPr>
          <a:xfrm>
            <a:off x="3308730" y="2050067"/>
            <a:ext cx="25374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7" name="Google Shape;447;p13"/>
          <p:cNvSpPr txBox="1">
            <a:spLocks noGrp="1"/>
          </p:cNvSpPr>
          <p:nvPr>
            <p:ph type="subTitle" idx="3"/>
          </p:nvPr>
        </p:nvSpPr>
        <p:spPr>
          <a:xfrm>
            <a:off x="767701" y="3618715"/>
            <a:ext cx="25392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8" name="Google Shape;448;p13"/>
          <p:cNvSpPr txBox="1">
            <a:spLocks noGrp="1"/>
          </p:cNvSpPr>
          <p:nvPr>
            <p:ph type="subTitle" idx="4"/>
          </p:nvPr>
        </p:nvSpPr>
        <p:spPr>
          <a:xfrm>
            <a:off x="3308727" y="3618713"/>
            <a:ext cx="25374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13"/>
          <p:cNvSpPr txBox="1">
            <a:spLocks noGrp="1"/>
          </p:cNvSpPr>
          <p:nvPr>
            <p:ph type="subTitle" idx="5"/>
          </p:nvPr>
        </p:nvSpPr>
        <p:spPr>
          <a:xfrm>
            <a:off x="767694" y="2412079"/>
            <a:ext cx="25392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0" name="Google Shape;450;p13"/>
          <p:cNvSpPr txBox="1">
            <a:spLocks noGrp="1"/>
          </p:cNvSpPr>
          <p:nvPr>
            <p:ph type="subTitle" idx="6"/>
          </p:nvPr>
        </p:nvSpPr>
        <p:spPr>
          <a:xfrm>
            <a:off x="3308728" y="2412074"/>
            <a:ext cx="25374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1" name="Google Shape;451;p13"/>
          <p:cNvSpPr txBox="1">
            <a:spLocks noGrp="1"/>
          </p:cNvSpPr>
          <p:nvPr>
            <p:ph type="subTitle" idx="7"/>
          </p:nvPr>
        </p:nvSpPr>
        <p:spPr>
          <a:xfrm>
            <a:off x="769577" y="3983528"/>
            <a:ext cx="25392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2" name="Google Shape;452;p13"/>
          <p:cNvSpPr txBox="1">
            <a:spLocks noGrp="1"/>
          </p:cNvSpPr>
          <p:nvPr>
            <p:ph type="subTitle" idx="8"/>
          </p:nvPr>
        </p:nvSpPr>
        <p:spPr>
          <a:xfrm>
            <a:off x="3310610" y="3983526"/>
            <a:ext cx="25374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3" name="Google Shape;453;p13"/>
          <p:cNvSpPr txBox="1">
            <a:spLocks noGrp="1"/>
          </p:cNvSpPr>
          <p:nvPr>
            <p:ph type="title" idx="9" hasCustomPrompt="1"/>
          </p:nvPr>
        </p:nvSpPr>
        <p:spPr>
          <a:xfrm>
            <a:off x="768638" y="1398800"/>
            <a:ext cx="25392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4" name="Google Shape;454;p13"/>
          <p:cNvSpPr txBox="1">
            <a:spLocks noGrp="1"/>
          </p:cNvSpPr>
          <p:nvPr>
            <p:ph type="title" idx="13" hasCustomPrompt="1"/>
          </p:nvPr>
        </p:nvSpPr>
        <p:spPr>
          <a:xfrm>
            <a:off x="3309666" y="1401925"/>
            <a:ext cx="25374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5" name="Google Shape;455;p13"/>
          <p:cNvSpPr txBox="1">
            <a:spLocks noGrp="1"/>
          </p:cNvSpPr>
          <p:nvPr>
            <p:ph type="title" idx="14" hasCustomPrompt="1"/>
          </p:nvPr>
        </p:nvSpPr>
        <p:spPr>
          <a:xfrm>
            <a:off x="768613" y="2982170"/>
            <a:ext cx="25392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6" name="Google Shape;456;p13"/>
          <p:cNvSpPr txBox="1">
            <a:spLocks noGrp="1"/>
          </p:cNvSpPr>
          <p:nvPr>
            <p:ph type="title" idx="15" hasCustomPrompt="1"/>
          </p:nvPr>
        </p:nvSpPr>
        <p:spPr>
          <a:xfrm>
            <a:off x="3309662" y="2982166"/>
            <a:ext cx="25374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57" name="Google Shape;457;p13"/>
          <p:cNvSpPr txBox="1">
            <a:spLocks noGrp="1"/>
          </p:cNvSpPr>
          <p:nvPr>
            <p:ph type="subTitle" idx="16"/>
          </p:nvPr>
        </p:nvSpPr>
        <p:spPr>
          <a:xfrm>
            <a:off x="5846130" y="2050068"/>
            <a:ext cx="25356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8" name="Google Shape;458;p13"/>
          <p:cNvSpPr txBox="1">
            <a:spLocks noGrp="1"/>
          </p:cNvSpPr>
          <p:nvPr>
            <p:ph type="subTitle" idx="17"/>
          </p:nvPr>
        </p:nvSpPr>
        <p:spPr>
          <a:xfrm>
            <a:off x="5846125" y="3618712"/>
            <a:ext cx="25356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lt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13"/>
          <p:cNvSpPr txBox="1">
            <a:spLocks noGrp="1"/>
          </p:cNvSpPr>
          <p:nvPr>
            <p:ph type="subTitle" idx="18"/>
          </p:nvPr>
        </p:nvSpPr>
        <p:spPr>
          <a:xfrm>
            <a:off x="5846133" y="2412075"/>
            <a:ext cx="25356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13"/>
          <p:cNvSpPr txBox="1">
            <a:spLocks noGrp="1"/>
          </p:cNvSpPr>
          <p:nvPr>
            <p:ph type="subTitle" idx="19"/>
          </p:nvPr>
        </p:nvSpPr>
        <p:spPr>
          <a:xfrm>
            <a:off x="5848013" y="3983525"/>
            <a:ext cx="2535600" cy="63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1" name="Google Shape;461;p13"/>
          <p:cNvSpPr txBox="1">
            <a:spLocks noGrp="1"/>
          </p:cNvSpPr>
          <p:nvPr>
            <p:ph type="title" idx="20" hasCustomPrompt="1"/>
          </p:nvPr>
        </p:nvSpPr>
        <p:spPr>
          <a:xfrm>
            <a:off x="5847066" y="1401950"/>
            <a:ext cx="2535600" cy="5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2" name="Google Shape;462;p13"/>
          <p:cNvSpPr txBox="1">
            <a:spLocks noGrp="1"/>
          </p:cNvSpPr>
          <p:nvPr>
            <p:ph type="title" idx="21" hasCustomPrompt="1"/>
          </p:nvPr>
        </p:nvSpPr>
        <p:spPr>
          <a:xfrm>
            <a:off x="5847083" y="2982167"/>
            <a:ext cx="2535600" cy="5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  <p:transition>
    <p:cover dir="r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2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14"/>
          <p:cNvGrpSpPr/>
          <p:nvPr/>
        </p:nvGrpSpPr>
        <p:grpSpPr>
          <a:xfrm>
            <a:off x="11" y="-8"/>
            <a:ext cx="3684221" cy="2466198"/>
            <a:chOff x="5010250" y="1493475"/>
            <a:chExt cx="1392900" cy="932400"/>
          </a:xfrm>
        </p:grpSpPr>
        <p:sp>
          <p:nvSpPr>
            <p:cNvPr id="465" name="Google Shape;465;p14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0" name="Google Shape;480;p14"/>
          <p:cNvGrpSpPr/>
          <p:nvPr/>
        </p:nvGrpSpPr>
        <p:grpSpPr>
          <a:xfrm>
            <a:off x="2557426" y="555150"/>
            <a:ext cx="5883229" cy="2896106"/>
            <a:chOff x="2557426" y="555150"/>
            <a:chExt cx="5883229" cy="2896106"/>
          </a:xfrm>
        </p:grpSpPr>
        <p:grpSp>
          <p:nvGrpSpPr>
            <p:cNvPr id="481" name="Google Shape;481;p14"/>
            <p:cNvGrpSpPr/>
            <p:nvPr/>
          </p:nvGrpSpPr>
          <p:grpSpPr>
            <a:xfrm>
              <a:off x="2557426" y="555150"/>
              <a:ext cx="5883229" cy="2896106"/>
              <a:chOff x="2557426" y="555150"/>
              <a:chExt cx="5883229" cy="2896106"/>
            </a:xfrm>
          </p:grpSpPr>
          <p:sp>
            <p:nvSpPr>
              <p:cNvPr id="482" name="Google Shape;482;p14"/>
              <p:cNvSpPr/>
              <p:nvPr/>
            </p:nvSpPr>
            <p:spPr>
              <a:xfrm>
                <a:off x="2557426" y="555150"/>
                <a:ext cx="5883229" cy="2896106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4"/>
              <p:cNvSpPr/>
              <p:nvPr/>
            </p:nvSpPr>
            <p:spPr>
              <a:xfrm>
                <a:off x="2615001" y="617457"/>
                <a:ext cx="5763189" cy="2776224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4"/>
              <p:cNvSpPr/>
              <p:nvPr/>
            </p:nvSpPr>
            <p:spPr>
              <a:xfrm>
                <a:off x="2615000" y="599575"/>
                <a:ext cx="5768079" cy="271476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5" name="Google Shape;485;p14"/>
            <p:cNvGrpSpPr/>
            <p:nvPr/>
          </p:nvGrpSpPr>
          <p:grpSpPr>
            <a:xfrm>
              <a:off x="7613500" y="633100"/>
              <a:ext cx="726325" cy="196476"/>
              <a:chOff x="8689262" y="361063"/>
              <a:chExt cx="726325" cy="196476"/>
            </a:xfrm>
          </p:grpSpPr>
          <p:sp>
            <p:nvSpPr>
              <p:cNvPr id="486" name="Google Shape;486;p14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4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4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4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0" name="Google Shape;490;p14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491" name="Google Shape;491;p14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493" name="Google Shape;493;p14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494" name="Google Shape;494;p14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14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496" name="Google Shape;496;p14"/>
          <p:cNvSpPr/>
          <p:nvPr/>
        </p:nvSpPr>
        <p:spPr>
          <a:xfrm>
            <a:off x="2861175" y="3359100"/>
            <a:ext cx="1600915" cy="1600915"/>
          </a:xfrm>
          <a:custGeom>
            <a:avLst/>
            <a:gdLst/>
            <a:ahLst/>
            <a:cxnLst/>
            <a:rect l="l" t="t" r="r" b="b"/>
            <a:pathLst>
              <a:path w="14530" h="14530" fill="none" extrusionOk="0">
                <a:moveTo>
                  <a:pt x="14530" y="7265"/>
                </a:moveTo>
                <a:cubicBezTo>
                  <a:pt x="14530" y="11277"/>
                  <a:pt x="11277" y="14529"/>
                  <a:pt x="7265" y="14529"/>
                </a:cubicBezTo>
                <a:cubicBezTo>
                  <a:pt x="3253" y="14529"/>
                  <a:pt x="1" y="11277"/>
                  <a:pt x="1" y="7265"/>
                </a:cubicBezTo>
                <a:cubicBezTo>
                  <a:pt x="1" y="3253"/>
                  <a:pt x="3253" y="0"/>
                  <a:pt x="7265" y="0"/>
                </a:cubicBezTo>
                <a:cubicBezTo>
                  <a:pt x="11277" y="0"/>
                  <a:pt x="14530" y="3253"/>
                  <a:pt x="14530" y="7265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7" name="Google Shape;497;p14"/>
          <p:cNvGrpSpPr/>
          <p:nvPr/>
        </p:nvGrpSpPr>
        <p:grpSpPr>
          <a:xfrm>
            <a:off x="7025500" y="4449763"/>
            <a:ext cx="1421653" cy="335929"/>
            <a:chOff x="6415900" y="203575"/>
            <a:chExt cx="1421653" cy="335929"/>
          </a:xfrm>
        </p:grpSpPr>
        <p:sp>
          <p:nvSpPr>
            <p:cNvPr id="498" name="Google Shape;498;p14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14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14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14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14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4" name="Google Shape;504;p14"/>
          <p:cNvSpPr txBox="1">
            <a:spLocks noGrp="1"/>
          </p:cNvSpPr>
          <p:nvPr>
            <p:ph type="title"/>
          </p:nvPr>
        </p:nvSpPr>
        <p:spPr>
          <a:xfrm flipH="1">
            <a:off x="4878338" y="2733450"/>
            <a:ext cx="2898600" cy="46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5" name="Google Shape;505;p14"/>
          <p:cNvSpPr txBox="1">
            <a:spLocks noGrp="1"/>
          </p:cNvSpPr>
          <p:nvPr>
            <p:ph type="subTitle" idx="1"/>
          </p:nvPr>
        </p:nvSpPr>
        <p:spPr>
          <a:xfrm flipH="1">
            <a:off x="3221138" y="1031850"/>
            <a:ext cx="4555800" cy="16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3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2">
    <p:bg>
      <p:bgPr>
        <a:solidFill>
          <a:schemeClr val="dk2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0" name="Google Shape;830;p23"/>
          <p:cNvGrpSpPr/>
          <p:nvPr/>
        </p:nvGrpSpPr>
        <p:grpSpPr>
          <a:xfrm flipH="1">
            <a:off x="5458848" y="-8"/>
            <a:ext cx="3684221" cy="2466198"/>
            <a:chOff x="5010250" y="1493475"/>
            <a:chExt cx="1392900" cy="932400"/>
          </a:xfrm>
        </p:grpSpPr>
        <p:sp>
          <p:nvSpPr>
            <p:cNvPr id="831" name="Google Shape;831;p23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3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3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3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3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3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3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3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3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3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3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3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23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3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3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6" name="Google Shape;846;p23"/>
          <p:cNvGrpSpPr/>
          <p:nvPr/>
        </p:nvGrpSpPr>
        <p:grpSpPr>
          <a:xfrm>
            <a:off x="713225" y="1141213"/>
            <a:ext cx="5838193" cy="3175867"/>
            <a:chOff x="713225" y="1141213"/>
            <a:chExt cx="5838193" cy="3175867"/>
          </a:xfrm>
        </p:grpSpPr>
        <p:grpSp>
          <p:nvGrpSpPr>
            <p:cNvPr id="847" name="Google Shape;847;p23"/>
            <p:cNvGrpSpPr/>
            <p:nvPr/>
          </p:nvGrpSpPr>
          <p:grpSpPr>
            <a:xfrm>
              <a:off x="713225" y="1141213"/>
              <a:ext cx="5838193" cy="3175867"/>
              <a:chOff x="2557425" y="275400"/>
              <a:chExt cx="5838193" cy="3175867"/>
            </a:xfrm>
          </p:grpSpPr>
          <p:sp>
            <p:nvSpPr>
              <p:cNvPr id="848" name="Google Shape;848;p23"/>
              <p:cNvSpPr/>
              <p:nvPr/>
            </p:nvSpPr>
            <p:spPr>
              <a:xfrm>
                <a:off x="2557425" y="275400"/>
                <a:ext cx="5838193" cy="3175867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Google Shape;849;p23"/>
              <p:cNvSpPr/>
              <p:nvPr/>
            </p:nvSpPr>
            <p:spPr>
              <a:xfrm>
                <a:off x="2614560" y="343726"/>
                <a:ext cx="5719071" cy="3044404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Google Shape;850;p23"/>
              <p:cNvSpPr/>
              <p:nvPr/>
            </p:nvSpPr>
            <p:spPr>
              <a:xfrm>
                <a:off x="2614550" y="324038"/>
                <a:ext cx="5723924" cy="291175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gradFill>
                <a:gsLst>
                  <a:gs pos="0">
                    <a:srgbClr val="9223EE"/>
                  </a:gs>
                  <a:gs pos="100000">
                    <a:schemeClr val="accent1"/>
                  </a:gs>
                </a:gsLst>
                <a:lin ang="1890073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1" name="Google Shape;851;p23"/>
            <p:cNvGrpSpPr/>
            <p:nvPr/>
          </p:nvGrpSpPr>
          <p:grpSpPr>
            <a:xfrm>
              <a:off x="5721325" y="1232550"/>
              <a:ext cx="726325" cy="196476"/>
              <a:chOff x="8689262" y="361063"/>
              <a:chExt cx="726325" cy="196476"/>
            </a:xfrm>
          </p:grpSpPr>
          <p:sp>
            <p:nvSpPr>
              <p:cNvPr id="852" name="Google Shape;852;p23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Google Shape;853;p23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23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23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56" name="Google Shape;856;p23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857" name="Google Shape;857;p23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8" name="Google Shape;858;p23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859" name="Google Shape;859;p23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860" name="Google Shape;860;p23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1" name="Google Shape;861;p23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62" name="Google Shape;862;p23"/>
          <p:cNvSpPr/>
          <p:nvPr/>
        </p:nvSpPr>
        <p:spPr>
          <a:xfrm>
            <a:off x="-27125" y="4617725"/>
            <a:ext cx="2548734" cy="227126"/>
          </a:xfrm>
          <a:custGeom>
            <a:avLst/>
            <a:gdLst/>
            <a:ahLst/>
            <a:cxnLst/>
            <a:rect l="l" t="t" r="r" b="b"/>
            <a:pathLst>
              <a:path w="25260" h="2251" fill="none" extrusionOk="0">
                <a:moveTo>
                  <a:pt x="25260" y="2250"/>
                </a:moveTo>
                <a:lnTo>
                  <a:pt x="21065" y="1"/>
                </a:lnTo>
                <a:lnTo>
                  <a:pt x="16840" y="2250"/>
                </a:lnTo>
                <a:lnTo>
                  <a:pt x="12645" y="1"/>
                </a:lnTo>
                <a:lnTo>
                  <a:pt x="8451" y="2250"/>
                </a:lnTo>
                <a:lnTo>
                  <a:pt x="4226" y="1"/>
                </a:lnTo>
                <a:lnTo>
                  <a:pt x="1" y="2250"/>
                </a:lnTo>
              </a:path>
            </a:pathLst>
          </a:custGeom>
          <a:noFill/>
          <a:ln w="190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3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4" name="Google Shape;864;p23"/>
          <p:cNvSpPr txBox="1">
            <a:spLocks noGrp="1"/>
          </p:cNvSpPr>
          <p:nvPr>
            <p:ph type="subTitle" idx="1"/>
          </p:nvPr>
        </p:nvSpPr>
        <p:spPr>
          <a:xfrm>
            <a:off x="1150125" y="1628600"/>
            <a:ext cx="4704000" cy="23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unito"/>
              <a:buChar char="●"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●"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○"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7">
    <p:bg>
      <p:bgPr>
        <a:solidFill>
          <a:schemeClr val="dk2"/>
        </a:solidFill>
        <a:effectLst/>
      </p:bgPr>
    </p:bg>
    <p:spTree>
      <p:nvGrpSpPr>
        <p:cNvPr id="1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6"/>
          <p:cNvSpPr/>
          <p:nvPr/>
        </p:nvSpPr>
        <p:spPr>
          <a:xfrm>
            <a:off x="282075" y="631654"/>
            <a:ext cx="2333190" cy="2333190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26"/>
          <p:cNvGrpSpPr/>
          <p:nvPr/>
        </p:nvGrpSpPr>
        <p:grpSpPr>
          <a:xfrm rot="10800000">
            <a:off x="5459786" y="2677292"/>
            <a:ext cx="3684221" cy="2466198"/>
            <a:chOff x="5010250" y="1493475"/>
            <a:chExt cx="1392900" cy="932400"/>
          </a:xfrm>
        </p:grpSpPr>
        <p:sp>
          <p:nvSpPr>
            <p:cNvPr id="936" name="Google Shape;936;p26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26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26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1" name="Google Shape;951;p26"/>
          <p:cNvGrpSpPr/>
          <p:nvPr/>
        </p:nvGrpSpPr>
        <p:grpSpPr>
          <a:xfrm>
            <a:off x="4749525" y="1141225"/>
            <a:ext cx="3875252" cy="3446402"/>
            <a:chOff x="2941713" y="275413"/>
            <a:chExt cx="3875252" cy="3446402"/>
          </a:xfrm>
        </p:grpSpPr>
        <p:sp>
          <p:nvSpPr>
            <p:cNvPr id="952" name="Google Shape;952;p26"/>
            <p:cNvSpPr/>
            <p:nvPr/>
          </p:nvSpPr>
          <p:spPr>
            <a:xfrm>
              <a:off x="2941713" y="275413"/>
              <a:ext cx="3875252" cy="3446402"/>
            </a:xfrm>
            <a:custGeom>
              <a:avLst/>
              <a:gdLst/>
              <a:ahLst/>
              <a:cxnLst/>
              <a:rect l="l" t="t" r="r" b="b"/>
              <a:pathLst>
                <a:path w="37297" h="18360" extrusionOk="0">
                  <a:moveTo>
                    <a:pt x="1" y="0"/>
                  </a:moveTo>
                  <a:lnTo>
                    <a:pt x="1" y="18359"/>
                  </a:lnTo>
                  <a:lnTo>
                    <a:pt x="37296" y="18359"/>
                  </a:lnTo>
                  <a:lnTo>
                    <a:pt x="372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26"/>
            <p:cNvSpPr/>
            <p:nvPr/>
          </p:nvSpPr>
          <p:spPr>
            <a:xfrm>
              <a:off x="2979638" y="349559"/>
              <a:ext cx="3796182" cy="3303740"/>
            </a:xfrm>
            <a:custGeom>
              <a:avLst/>
              <a:gdLst/>
              <a:ahLst/>
              <a:cxnLst/>
              <a:rect l="l" t="t" r="r" b="b"/>
              <a:pathLst>
                <a:path w="36536" h="17600" extrusionOk="0">
                  <a:moveTo>
                    <a:pt x="0" y="0"/>
                  </a:moveTo>
                  <a:lnTo>
                    <a:pt x="0" y="17599"/>
                  </a:lnTo>
                  <a:lnTo>
                    <a:pt x="36536" y="17599"/>
                  </a:lnTo>
                  <a:lnTo>
                    <a:pt x="365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26"/>
            <p:cNvSpPr/>
            <p:nvPr/>
          </p:nvSpPr>
          <p:spPr>
            <a:xfrm>
              <a:off x="2967763" y="305513"/>
              <a:ext cx="3821434" cy="289522"/>
            </a:xfrm>
            <a:custGeom>
              <a:avLst/>
              <a:gdLst/>
              <a:ahLst/>
              <a:cxnLst/>
              <a:rect l="l" t="t" r="r" b="b"/>
              <a:pathLst>
                <a:path w="365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6566" y="2645"/>
                  </a:lnTo>
                  <a:lnTo>
                    <a:pt x="365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6552112" y="352038"/>
              <a:ext cx="196476" cy="19647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1" y="1"/>
                  </a:moveTo>
                  <a:lnTo>
                    <a:pt x="1" y="1916"/>
                  </a:lnTo>
                  <a:lnTo>
                    <a:pt x="1916" y="191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6287238" y="352038"/>
              <a:ext cx="199553" cy="196476"/>
            </a:xfrm>
            <a:custGeom>
              <a:avLst/>
              <a:gdLst/>
              <a:ahLst/>
              <a:cxnLst/>
              <a:rect l="l" t="t" r="r" b="b"/>
              <a:pathLst>
                <a:path w="194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45" y="1916"/>
                  </a:lnTo>
                  <a:lnTo>
                    <a:pt x="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6022262" y="352038"/>
              <a:ext cx="196476" cy="19647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15" y="191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6053436" y="514162"/>
              <a:ext cx="137205" cy="103"/>
            </a:xfrm>
            <a:custGeom>
              <a:avLst/>
              <a:gdLst/>
              <a:ahLst/>
              <a:cxnLst/>
              <a:rect l="l" t="t" r="r" b="b"/>
              <a:pathLst>
                <a:path w="1338" h="1" fill="none" extrusionOk="0">
                  <a:moveTo>
                    <a:pt x="0" y="0"/>
                  </a:moveTo>
                  <a:lnTo>
                    <a:pt x="133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9" name="Google Shape;959;p26"/>
            <p:cNvGrpSpPr/>
            <p:nvPr/>
          </p:nvGrpSpPr>
          <p:grpSpPr>
            <a:xfrm>
              <a:off x="6583380" y="390366"/>
              <a:ext cx="137217" cy="129156"/>
              <a:chOff x="6583380" y="390366"/>
              <a:chExt cx="137217" cy="129156"/>
            </a:xfrm>
          </p:grpSpPr>
          <p:sp>
            <p:nvSpPr>
              <p:cNvPr id="960" name="Google Shape;960;p26"/>
              <p:cNvSpPr/>
              <p:nvPr/>
            </p:nvSpPr>
            <p:spPr>
              <a:xfrm>
                <a:off x="6583380" y="390366"/>
                <a:ext cx="137217" cy="129156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1398"/>
                    </a:moveTo>
                    <a:lnTo>
                      <a:pt x="139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26"/>
              <p:cNvSpPr/>
              <p:nvPr/>
            </p:nvSpPr>
            <p:spPr>
              <a:xfrm>
                <a:off x="6583380" y="390366"/>
                <a:ext cx="137217" cy="129156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0"/>
                    </a:moveTo>
                    <a:lnTo>
                      <a:pt x="1398" y="139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2" name="Google Shape;962;p26"/>
            <p:cNvGrpSpPr/>
            <p:nvPr/>
          </p:nvGrpSpPr>
          <p:grpSpPr>
            <a:xfrm>
              <a:off x="6316820" y="384981"/>
              <a:ext cx="137217" cy="129279"/>
              <a:chOff x="6316820" y="384981"/>
              <a:chExt cx="137217" cy="129279"/>
            </a:xfrm>
          </p:grpSpPr>
          <p:sp>
            <p:nvSpPr>
              <p:cNvPr id="963" name="Google Shape;963;p26"/>
              <p:cNvSpPr/>
              <p:nvPr/>
            </p:nvSpPr>
            <p:spPr>
              <a:xfrm>
                <a:off x="6316820" y="384981"/>
                <a:ext cx="137217" cy="129279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87" fill="none" extrusionOk="0">
                    <a:moveTo>
                      <a:pt x="0" y="1"/>
                    </a:moveTo>
                    <a:lnTo>
                      <a:pt x="1186" y="1"/>
                    </a:lnTo>
                    <a:lnTo>
                      <a:pt x="1186" y="1186"/>
                    </a:lnTo>
                    <a:lnTo>
                      <a:pt x="0" y="118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26"/>
              <p:cNvSpPr/>
              <p:nvPr/>
            </p:nvSpPr>
            <p:spPr>
              <a:xfrm>
                <a:off x="6316820" y="418090"/>
                <a:ext cx="137217" cy="109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" fill="none" extrusionOk="0">
                    <a:moveTo>
                      <a:pt x="0" y="1"/>
                    </a:moveTo>
                    <a:lnTo>
                      <a:pt x="1186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5" name="Google Shape;965;p26"/>
          <p:cNvGrpSpPr/>
          <p:nvPr/>
        </p:nvGrpSpPr>
        <p:grpSpPr>
          <a:xfrm>
            <a:off x="500750" y="1141225"/>
            <a:ext cx="3875252" cy="3446402"/>
            <a:chOff x="2941713" y="275413"/>
            <a:chExt cx="3875252" cy="3446402"/>
          </a:xfrm>
        </p:grpSpPr>
        <p:sp>
          <p:nvSpPr>
            <p:cNvPr id="966" name="Google Shape;966;p26"/>
            <p:cNvSpPr/>
            <p:nvPr/>
          </p:nvSpPr>
          <p:spPr>
            <a:xfrm>
              <a:off x="2941713" y="275413"/>
              <a:ext cx="3875252" cy="3446402"/>
            </a:xfrm>
            <a:custGeom>
              <a:avLst/>
              <a:gdLst/>
              <a:ahLst/>
              <a:cxnLst/>
              <a:rect l="l" t="t" r="r" b="b"/>
              <a:pathLst>
                <a:path w="37297" h="18360" extrusionOk="0">
                  <a:moveTo>
                    <a:pt x="1" y="0"/>
                  </a:moveTo>
                  <a:lnTo>
                    <a:pt x="1" y="18359"/>
                  </a:lnTo>
                  <a:lnTo>
                    <a:pt x="37296" y="18359"/>
                  </a:lnTo>
                  <a:lnTo>
                    <a:pt x="372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26"/>
            <p:cNvSpPr/>
            <p:nvPr/>
          </p:nvSpPr>
          <p:spPr>
            <a:xfrm>
              <a:off x="2979638" y="349559"/>
              <a:ext cx="3796182" cy="3303740"/>
            </a:xfrm>
            <a:custGeom>
              <a:avLst/>
              <a:gdLst/>
              <a:ahLst/>
              <a:cxnLst/>
              <a:rect l="l" t="t" r="r" b="b"/>
              <a:pathLst>
                <a:path w="36536" h="17600" extrusionOk="0">
                  <a:moveTo>
                    <a:pt x="0" y="0"/>
                  </a:moveTo>
                  <a:lnTo>
                    <a:pt x="0" y="17599"/>
                  </a:lnTo>
                  <a:lnTo>
                    <a:pt x="36536" y="17599"/>
                  </a:lnTo>
                  <a:lnTo>
                    <a:pt x="365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26"/>
            <p:cNvSpPr/>
            <p:nvPr/>
          </p:nvSpPr>
          <p:spPr>
            <a:xfrm>
              <a:off x="2967763" y="305513"/>
              <a:ext cx="3821434" cy="289522"/>
            </a:xfrm>
            <a:custGeom>
              <a:avLst/>
              <a:gdLst/>
              <a:ahLst/>
              <a:cxnLst/>
              <a:rect l="l" t="t" r="r" b="b"/>
              <a:pathLst>
                <a:path w="365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6566" y="2645"/>
                  </a:lnTo>
                  <a:lnTo>
                    <a:pt x="365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26"/>
            <p:cNvSpPr/>
            <p:nvPr/>
          </p:nvSpPr>
          <p:spPr>
            <a:xfrm>
              <a:off x="6552112" y="352038"/>
              <a:ext cx="196476" cy="19647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1" y="1"/>
                  </a:moveTo>
                  <a:lnTo>
                    <a:pt x="1" y="1916"/>
                  </a:lnTo>
                  <a:lnTo>
                    <a:pt x="1916" y="191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26"/>
            <p:cNvSpPr/>
            <p:nvPr/>
          </p:nvSpPr>
          <p:spPr>
            <a:xfrm>
              <a:off x="6287238" y="352038"/>
              <a:ext cx="199553" cy="196476"/>
            </a:xfrm>
            <a:custGeom>
              <a:avLst/>
              <a:gdLst/>
              <a:ahLst/>
              <a:cxnLst/>
              <a:rect l="l" t="t" r="r" b="b"/>
              <a:pathLst>
                <a:path w="194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45" y="1916"/>
                  </a:lnTo>
                  <a:lnTo>
                    <a:pt x="194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26"/>
            <p:cNvSpPr/>
            <p:nvPr/>
          </p:nvSpPr>
          <p:spPr>
            <a:xfrm>
              <a:off x="6022262" y="352038"/>
              <a:ext cx="196476" cy="19647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15" y="191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26"/>
            <p:cNvSpPr/>
            <p:nvPr/>
          </p:nvSpPr>
          <p:spPr>
            <a:xfrm>
              <a:off x="6053436" y="514162"/>
              <a:ext cx="137205" cy="103"/>
            </a:xfrm>
            <a:custGeom>
              <a:avLst/>
              <a:gdLst/>
              <a:ahLst/>
              <a:cxnLst/>
              <a:rect l="l" t="t" r="r" b="b"/>
              <a:pathLst>
                <a:path w="1338" h="1" fill="none" extrusionOk="0">
                  <a:moveTo>
                    <a:pt x="0" y="0"/>
                  </a:moveTo>
                  <a:lnTo>
                    <a:pt x="133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3" name="Google Shape;973;p26"/>
            <p:cNvGrpSpPr/>
            <p:nvPr/>
          </p:nvGrpSpPr>
          <p:grpSpPr>
            <a:xfrm>
              <a:off x="6583380" y="390366"/>
              <a:ext cx="137217" cy="129156"/>
              <a:chOff x="6583380" y="390366"/>
              <a:chExt cx="137217" cy="129156"/>
            </a:xfrm>
          </p:grpSpPr>
          <p:sp>
            <p:nvSpPr>
              <p:cNvPr id="974" name="Google Shape;974;p26"/>
              <p:cNvSpPr/>
              <p:nvPr/>
            </p:nvSpPr>
            <p:spPr>
              <a:xfrm>
                <a:off x="6583380" y="390366"/>
                <a:ext cx="137217" cy="129156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1398"/>
                    </a:moveTo>
                    <a:lnTo>
                      <a:pt x="139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6"/>
              <p:cNvSpPr/>
              <p:nvPr/>
            </p:nvSpPr>
            <p:spPr>
              <a:xfrm>
                <a:off x="6583380" y="390366"/>
                <a:ext cx="137217" cy="129156"/>
              </a:xfrm>
              <a:custGeom>
                <a:avLst/>
                <a:gdLst/>
                <a:ahLst/>
                <a:cxnLst/>
                <a:rect l="l" t="t" r="r" b="b"/>
                <a:pathLst>
                  <a:path w="1399" h="1399" fill="none" extrusionOk="0">
                    <a:moveTo>
                      <a:pt x="0" y="0"/>
                    </a:moveTo>
                    <a:lnTo>
                      <a:pt x="1398" y="1398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6" name="Google Shape;976;p26"/>
            <p:cNvGrpSpPr/>
            <p:nvPr/>
          </p:nvGrpSpPr>
          <p:grpSpPr>
            <a:xfrm>
              <a:off x="6316820" y="384981"/>
              <a:ext cx="137217" cy="129279"/>
              <a:chOff x="6316820" y="384981"/>
              <a:chExt cx="137217" cy="129279"/>
            </a:xfrm>
          </p:grpSpPr>
          <p:sp>
            <p:nvSpPr>
              <p:cNvPr id="977" name="Google Shape;977;p26"/>
              <p:cNvSpPr/>
              <p:nvPr/>
            </p:nvSpPr>
            <p:spPr>
              <a:xfrm>
                <a:off x="6316820" y="384981"/>
                <a:ext cx="137217" cy="129279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187" fill="none" extrusionOk="0">
                    <a:moveTo>
                      <a:pt x="0" y="1"/>
                    </a:moveTo>
                    <a:lnTo>
                      <a:pt x="1186" y="1"/>
                    </a:lnTo>
                    <a:lnTo>
                      <a:pt x="1186" y="1186"/>
                    </a:lnTo>
                    <a:lnTo>
                      <a:pt x="0" y="1186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26"/>
              <p:cNvSpPr/>
              <p:nvPr/>
            </p:nvSpPr>
            <p:spPr>
              <a:xfrm>
                <a:off x="6316820" y="418090"/>
                <a:ext cx="137217" cy="109"/>
              </a:xfrm>
              <a:custGeom>
                <a:avLst/>
                <a:gdLst/>
                <a:ahLst/>
                <a:cxnLst/>
                <a:rect l="l" t="t" r="r" b="b"/>
                <a:pathLst>
                  <a:path w="1186" h="1" fill="none" extrusionOk="0">
                    <a:moveTo>
                      <a:pt x="0" y="1"/>
                    </a:moveTo>
                    <a:lnTo>
                      <a:pt x="1186" y="1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9" name="Google Shape;979;p26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0" name="Google Shape;980;p26"/>
          <p:cNvSpPr txBox="1">
            <a:spLocks noGrp="1"/>
          </p:cNvSpPr>
          <p:nvPr>
            <p:ph type="subTitle" idx="1"/>
          </p:nvPr>
        </p:nvSpPr>
        <p:spPr>
          <a:xfrm>
            <a:off x="813263" y="2164125"/>
            <a:ext cx="3250200" cy="19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1" name="Google Shape;981;p26"/>
          <p:cNvSpPr txBox="1">
            <a:spLocks noGrp="1"/>
          </p:cNvSpPr>
          <p:nvPr>
            <p:ph type="subTitle" idx="2"/>
          </p:nvPr>
        </p:nvSpPr>
        <p:spPr>
          <a:xfrm>
            <a:off x="5062038" y="2164125"/>
            <a:ext cx="3250200" cy="19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100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●"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○"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1400"/>
              <a:buFont typeface="Public Sans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2" name="Google Shape;982;p26"/>
          <p:cNvSpPr txBox="1">
            <a:spLocks noGrp="1"/>
          </p:cNvSpPr>
          <p:nvPr>
            <p:ph type="subTitle" idx="3"/>
          </p:nvPr>
        </p:nvSpPr>
        <p:spPr>
          <a:xfrm>
            <a:off x="813263" y="1645125"/>
            <a:ext cx="3250200" cy="3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  <p:sp>
        <p:nvSpPr>
          <p:cNvPr id="983" name="Google Shape;983;p26"/>
          <p:cNvSpPr txBox="1">
            <a:spLocks noGrp="1"/>
          </p:cNvSpPr>
          <p:nvPr>
            <p:ph type="subTitle" idx="4"/>
          </p:nvPr>
        </p:nvSpPr>
        <p:spPr>
          <a:xfrm>
            <a:off x="5062038" y="1645125"/>
            <a:ext cx="3250200" cy="3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anum Gothic Coding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  <p:grpSp>
        <p:nvGrpSpPr>
          <p:cNvPr id="984" name="Google Shape;984;p26"/>
          <p:cNvGrpSpPr/>
          <p:nvPr/>
        </p:nvGrpSpPr>
        <p:grpSpPr>
          <a:xfrm>
            <a:off x="7025500" y="355975"/>
            <a:ext cx="1421653" cy="335929"/>
            <a:chOff x="6415900" y="203575"/>
            <a:chExt cx="1421653" cy="335929"/>
          </a:xfrm>
        </p:grpSpPr>
        <p:sp>
          <p:nvSpPr>
            <p:cNvPr id="985" name="Google Shape;985;p26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26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26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26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26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26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cover dir="r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12">
    <p:bg>
      <p:bgPr>
        <a:solidFill>
          <a:schemeClr val="dk2"/>
        </a:solidFill>
        <a:effectLst/>
      </p:bgPr>
    </p:bg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30"/>
          <p:cNvSpPr/>
          <p:nvPr/>
        </p:nvSpPr>
        <p:spPr>
          <a:xfrm>
            <a:off x="235500" y="238554"/>
            <a:ext cx="2333190" cy="2333190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7" name="Google Shape;1127;p30"/>
          <p:cNvGrpSpPr/>
          <p:nvPr/>
        </p:nvGrpSpPr>
        <p:grpSpPr>
          <a:xfrm rot="10800000" flipH="1">
            <a:off x="11" y="2677292"/>
            <a:ext cx="3684221" cy="2466198"/>
            <a:chOff x="5010250" y="1493475"/>
            <a:chExt cx="1392900" cy="932400"/>
          </a:xfrm>
        </p:grpSpPr>
        <p:sp>
          <p:nvSpPr>
            <p:cNvPr id="1128" name="Google Shape;1128;p30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0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0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0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0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0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0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0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0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0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0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0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0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0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0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3" name="Google Shape;1143;p30"/>
          <p:cNvGrpSpPr/>
          <p:nvPr/>
        </p:nvGrpSpPr>
        <p:grpSpPr>
          <a:xfrm>
            <a:off x="500750" y="1065025"/>
            <a:ext cx="8149787" cy="3641614"/>
            <a:chOff x="500750" y="1065025"/>
            <a:chExt cx="8149787" cy="3641614"/>
          </a:xfrm>
        </p:grpSpPr>
        <p:grpSp>
          <p:nvGrpSpPr>
            <p:cNvPr id="1144" name="Google Shape;1144;p30"/>
            <p:cNvGrpSpPr/>
            <p:nvPr/>
          </p:nvGrpSpPr>
          <p:grpSpPr>
            <a:xfrm>
              <a:off x="500750" y="1065025"/>
              <a:ext cx="8149787" cy="3641614"/>
              <a:chOff x="1763579" y="275413"/>
              <a:chExt cx="8940091" cy="3641614"/>
            </a:xfrm>
          </p:grpSpPr>
          <p:sp>
            <p:nvSpPr>
              <p:cNvPr id="1145" name="Google Shape;1145;p30"/>
              <p:cNvSpPr/>
              <p:nvPr/>
            </p:nvSpPr>
            <p:spPr>
              <a:xfrm>
                <a:off x="1763579" y="275413"/>
                <a:ext cx="8940091" cy="3641614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  <p:sp>
            <p:nvSpPr>
              <p:cNvPr id="1146" name="Google Shape;1146;p30"/>
              <p:cNvSpPr/>
              <p:nvPr/>
            </p:nvSpPr>
            <p:spPr>
              <a:xfrm>
                <a:off x="1851070" y="353759"/>
                <a:ext cx="8757679" cy="3490872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  <p:sp>
            <p:nvSpPr>
              <p:cNvPr id="1147" name="Google Shape;1147;p30"/>
              <p:cNvSpPr/>
              <p:nvPr/>
            </p:nvSpPr>
            <p:spPr>
              <a:xfrm>
                <a:off x="1811764" y="317413"/>
                <a:ext cx="8845832" cy="271476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</p:grpSp>
        <p:grpSp>
          <p:nvGrpSpPr>
            <p:cNvPr id="1148" name="Google Shape;1148;p30"/>
            <p:cNvGrpSpPr/>
            <p:nvPr/>
          </p:nvGrpSpPr>
          <p:grpSpPr>
            <a:xfrm>
              <a:off x="7831225" y="1144150"/>
              <a:ext cx="726325" cy="196476"/>
              <a:chOff x="8689262" y="361063"/>
              <a:chExt cx="726325" cy="196476"/>
            </a:xfrm>
          </p:grpSpPr>
          <p:sp>
            <p:nvSpPr>
              <p:cNvPr id="1149" name="Google Shape;1149;p30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0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0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30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3" name="Google Shape;1153;p30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1154" name="Google Shape;1154;p30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5" name="Google Shape;1155;p30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156" name="Google Shape;1156;p30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1157" name="Google Shape;1157;p30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8" name="Google Shape;1158;p30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159" name="Google Shape;1159;p30"/>
          <p:cNvSpPr/>
          <p:nvPr/>
        </p:nvSpPr>
        <p:spPr>
          <a:xfrm>
            <a:off x="7052475" y="575600"/>
            <a:ext cx="2548734" cy="227126"/>
          </a:xfrm>
          <a:custGeom>
            <a:avLst/>
            <a:gdLst/>
            <a:ahLst/>
            <a:cxnLst/>
            <a:rect l="l" t="t" r="r" b="b"/>
            <a:pathLst>
              <a:path w="25260" h="2251" fill="none" extrusionOk="0">
                <a:moveTo>
                  <a:pt x="25260" y="2250"/>
                </a:moveTo>
                <a:lnTo>
                  <a:pt x="21065" y="1"/>
                </a:lnTo>
                <a:lnTo>
                  <a:pt x="16840" y="2250"/>
                </a:lnTo>
                <a:lnTo>
                  <a:pt x="12645" y="1"/>
                </a:lnTo>
                <a:lnTo>
                  <a:pt x="8451" y="2250"/>
                </a:lnTo>
                <a:lnTo>
                  <a:pt x="4226" y="1"/>
                </a:lnTo>
                <a:lnTo>
                  <a:pt x="1" y="2250"/>
                </a:lnTo>
              </a:path>
            </a:pathLst>
          </a:custGeom>
          <a:noFill/>
          <a:ln w="190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3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1" name="Google Shape;1161;p30"/>
          <p:cNvSpPr txBox="1">
            <a:spLocks noGrp="1"/>
          </p:cNvSpPr>
          <p:nvPr>
            <p:ph type="subTitle" idx="1"/>
          </p:nvPr>
        </p:nvSpPr>
        <p:spPr>
          <a:xfrm>
            <a:off x="878501" y="1926425"/>
            <a:ext cx="18345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2" name="Google Shape;1162;p30"/>
          <p:cNvSpPr txBox="1">
            <a:spLocks noGrp="1"/>
          </p:cNvSpPr>
          <p:nvPr>
            <p:ph type="subTitle" idx="2"/>
          </p:nvPr>
        </p:nvSpPr>
        <p:spPr>
          <a:xfrm>
            <a:off x="6439125" y="1926425"/>
            <a:ext cx="18345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3" name="Google Shape;1163;p30"/>
          <p:cNvSpPr txBox="1">
            <a:spLocks noGrp="1"/>
          </p:cNvSpPr>
          <p:nvPr>
            <p:ph type="subTitle" idx="3"/>
          </p:nvPr>
        </p:nvSpPr>
        <p:spPr>
          <a:xfrm>
            <a:off x="878500" y="2284775"/>
            <a:ext cx="226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4" name="Google Shape;1164;p30"/>
          <p:cNvSpPr txBox="1">
            <a:spLocks noGrp="1"/>
          </p:cNvSpPr>
          <p:nvPr>
            <p:ph type="subTitle" idx="4"/>
          </p:nvPr>
        </p:nvSpPr>
        <p:spPr>
          <a:xfrm>
            <a:off x="6002600" y="2284776"/>
            <a:ext cx="226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5" name="Google Shape;1165;p30"/>
          <p:cNvSpPr txBox="1">
            <a:spLocks noGrp="1"/>
          </p:cNvSpPr>
          <p:nvPr>
            <p:ph type="subTitle" idx="5"/>
          </p:nvPr>
        </p:nvSpPr>
        <p:spPr>
          <a:xfrm>
            <a:off x="878501" y="3156775"/>
            <a:ext cx="18345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6" name="Google Shape;1166;p30"/>
          <p:cNvSpPr txBox="1">
            <a:spLocks noGrp="1"/>
          </p:cNvSpPr>
          <p:nvPr>
            <p:ph type="subTitle" idx="6"/>
          </p:nvPr>
        </p:nvSpPr>
        <p:spPr>
          <a:xfrm>
            <a:off x="6439125" y="3156775"/>
            <a:ext cx="1834500" cy="3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  <a:defRPr sz="2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7" name="Google Shape;1167;p30"/>
          <p:cNvSpPr txBox="1">
            <a:spLocks noGrp="1"/>
          </p:cNvSpPr>
          <p:nvPr>
            <p:ph type="subTitle" idx="7"/>
          </p:nvPr>
        </p:nvSpPr>
        <p:spPr>
          <a:xfrm>
            <a:off x="878500" y="3515125"/>
            <a:ext cx="226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68" name="Google Shape;1168;p30"/>
          <p:cNvSpPr txBox="1">
            <a:spLocks noGrp="1"/>
          </p:cNvSpPr>
          <p:nvPr>
            <p:ph type="subTitle" idx="8"/>
          </p:nvPr>
        </p:nvSpPr>
        <p:spPr>
          <a:xfrm>
            <a:off x="6002600" y="3515126"/>
            <a:ext cx="22692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7"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32"/>
          <p:cNvSpPr/>
          <p:nvPr/>
        </p:nvSpPr>
        <p:spPr>
          <a:xfrm>
            <a:off x="6600575" y="1195404"/>
            <a:ext cx="2333190" cy="2333190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1" name="Google Shape;1241;p32"/>
          <p:cNvGrpSpPr/>
          <p:nvPr/>
        </p:nvGrpSpPr>
        <p:grpSpPr>
          <a:xfrm>
            <a:off x="0" y="0"/>
            <a:ext cx="9144004" cy="5143541"/>
            <a:chOff x="0" y="0"/>
            <a:chExt cx="1707500" cy="1708250"/>
          </a:xfrm>
        </p:grpSpPr>
        <p:sp>
          <p:nvSpPr>
            <p:cNvPr id="1242" name="Google Shape;1242;p32"/>
            <p:cNvSpPr/>
            <p:nvPr/>
          </p:nvSpPr>
          <p:spPr>
            <a:xfrm>
              <a:off x="157300" y="0"/>
              <a:ext cx="0" cy="1708250"/>
            </a:xfrm>
            <a:custGeom>
              <a:avLst/>
              <a:gdLst/>
              <a:ahLst/>
              <a:cxnLst/>
              <a:rect l="l" t="t" r="r" b="b"/>
              <a:pathLst>
                <a:path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31230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4673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62235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77660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9316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10866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124012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1395150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1" y="0"/>
                  </a:moveTo>
                  <a:lnTo>
                    <a:pt x="1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1550175" y="0"/>
              <a:ext cx="25" cy="1708250"/>
            </a:xfrm>
            <a:custGeom>
              <a:avLst/>
              <a:gdLst/>
              <a:ahLst/>
              <a:cxnLst/>
              <a:rect l="l" t="t" r="r" b="b"/>
              <a:pathLst>
                <a:path w="1" h="68330" fill="none" extrusionOk="0">
                  <a:moveTo>
                    <a:pt x="0" y="0"/>
                  </a:moveTo>
                  <a:lnTo>
                    <a:pt x="0" y="6833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0" y="15501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0" y="139590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0" y="124090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0" y="10858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0" y="9308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0" y="7773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0" y="6223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0" y="46732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0" y="313075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0"/>
                  </a:moveTo>
                  <a:lnTo>
                    <a:pt x="68299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32"/>
            <p:cNvSpPr/>
            <p:nvPr/>
          </p:nvSpPr>
          <p:spPr>
            <a:xfrm>
              <a:off x="0" y="158050"/>
              <a:ext cx="1707500" cy="25"/>
            </a:xfrm>
            <a:custGeom>
              <a:avLst/>
              <a:gdLst/>
              <a:ahLst/>
              <a:cxnLst/>
              <a:rect l="l" t="t" r="r" b="b"/>
              <a:pathLst>
                <a:path w="68300" h="1" fill="none" extrusionOk="0">
                  <a:moveTo>
                    <a:pt x="0" y="1"/>
                  </a:moveTo>
                  <a:lnTo>
                    <a:pt x="68299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2" name="Google Shape;1262;p32"/>
          <p:cNvGrpSpPr/>
          <p:nvPr/>
        </p:nvGrpSpPr>
        <p:grpSpPr>
          <a:xfrm flipH="1">
            <a:off x="151743" y="102164"/>
            <a:ext cx="8837515" cy="4896955"/>
            <a:chOff x="145819" y="102164"/>
            <a:chExt cx="8837515" cy="4896955"/>
          </a:xfrm>
        </p:grpSpPr>
        <p:sp>
          <p:nvSpPr>
            <p:cNvPr id="1263" name="Google Shape;1263;p32"/>
            <p:cNvSpPr/>
            <p:nvPr/>
          </p:nvSpPr>
          <p:spPr>
            <a:xfrm>
              <a:off x="971297" y="4748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32"/>
            <p:cNvSpPr/>
            <p:nvPr/>
          </p:nvSpPr>
          <p:spPr>
            <a:xfrm>
              <a:off x="3825954" y="4010136"/>
              <a:ext cx="29234" cy="21985"/>
            </a:xfrm>
            <a:custGeom>
              <a:avLst/>
              <a:gdLst/>
              <a:ahLst/>
              <a:cxnLst/>
              <a:rect l="l" t="t" r="r" b="b"/>
              <a:pathLst>
                <a:path w="609" h="458" extrusionOk="0">
                  <a:moveTo>
                    <a:pt x="278" y="0"/>
                  </a:moveTo>
                  <a:cubicBezTo>
                    <a:pt x="1" y="0"/>
                    <a:pt x="10" y="458"/>
                    <a:pt x="305" y="458"/>
                  </a:cubicBezTo>
                  <a:cubicBezTo>
                    <a:pt x="609" y="458"/>
                    <a:pt x="609" y="2"/>
                    <a:pt x="305" y="2"/>
                  </a:cubicBezTo>
                  <a:cubicBezTo>
                    <a:pt x="295" y="1"/>
                    <a:pt x="287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32"/>
            <p:cNvSpPr/>
            <p:nvPr/>
          </p:nvSpPr>
          <p:spPr>
            <a:xfrm>
              <a:off x="1025375" y="11462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32"/>
            <p:cNvSpPr/>
            <p:nvPr/>
          </p:nvSpPr>
          <p:spPr>
            <a:xfrm>
              <a:off x="3139226" y="43209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32"/>
            <p:cNvSpPr/>
            <p:nvPr/>
          </p:nvSpPr>
          <p:spPr>
            <a:xfrm>
              <a:off x="4662841" y="4848073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2"/>
            <p:cNvSpPr/>
            <p:nvPr/>
          </p:nvSpPr>
          <p:spPr>
            <a:xfrm rot="1189105">
              <a:off x="302622" y="2476693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2"/>
            <p:cNvSpPr/>
            <p:nvPr/>
          </p:nvSpPr>
          <p:spPr>
            <a:xfrm rot="1189105">
              <a:off x="698610" y="2151576"/>
              <a:ext cx="29234" cy="23378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2"/>
            <p:cNvSpPr/>
            <p:nvPr/>
          </p:nvSpPr>
          <p:spPr>
            <a:xfrm rot="1189105">
              <a:off x="148672" y="3534687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2"/>
            <p:cNvSpPr/>
            <p:nvPr/>
          </p:nvSpPr>
          <p:spPr>
            <a:xfrm>
              <a:off x="8401597" y="776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2"/>
            <p:cNvSpPr/>
            <p:nvPr/>
          </p:nvSpPr>
          <p:spPr>
            <a:xfrm>
              <a:off x="8649300" y="11932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2"/>
            <p:cNvSpPr/>
            <p:nvPr/>
          </p:nvSpPr>
          <p:spPr>
            <a:xfrm>
              <a:off x="8695551" y="1913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32"/>
            <p:cNvSpPr/>
            <p:nvPr/>
          </p:nvSpPr>
          <p:spPr>
            <a:xfrm>
              <a:off x="7863550" y="670460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32"/>
            <p:cNvSpPr/>
            <p:nvPr/>
          </p:nvSpPr>
          <p:spPr>
            <a:xfrm>
              <a:off x="2723897" y="49769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2"/>
            <p:cNvSpPr/>
            <p:nvPr/>
          </p:nvSpPr>
          <p:spPr>
            <a:xfrm>
              <a:off x="8502825" y="39583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2"/>
            <p:cNvSpPr/>
            <p:nvPr/>
          </p:nvSpPr>
          <p:spPr>
            <a:xfrm>
              <a:off x="8954101" y="21160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2"/>
            <p:cNvSpPr/>
            <p:nvPr/>
          </p:nvSpPr>
          <p:spPr>
            <a:xfrm>
              <a:off x="3517847" y="14859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2"/>
            <p:cNvSpPr/>
            <p:nvPr/>
          </p:nvSpPr>
          <p:spPr>
            <a:xfrm>
              <a:off x="4257725" y="2041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2"/>
            <p:cNvSpPr/>
            <p:nvPr/>
          </p:nvSpPr>
          <p:spPr>
            <a:xfrm>
              <a:off x="4542776" y="1021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32"/>
          <p:cNvGrpSpPr/>
          <p:nvPr/>
        </p:nvGrpSpPr>
        <p:grpSpPr>
          <a:xfrm>
            <a:off x="1191687" y="397113"/>
            <a:ext cx="6760618" cy="4349267"/>
            <a:chOff x="713198" y="589530"/>
            <a:chExt cx="7717600" cy="5275036"/>
          </a:xfrm>
        </p:grpSpPr>
        <p:sp>
          <p:nvSpPr>
            <p:cNvPr id="1282" name="Google Shape;1282;p32"/>
            <p:cNvSpPr/>
            <p:nvPr/>
          </p:nvSpPr>
          <p:spPr>
            <a:xfrm>
              <a:off x="713198" y="589530"/>
              <a:ext cx="7717600" cy="5275036"/>
            </a:xfrm>
            <a:custGeom>
              <a:avLst/>
              <a:gdLst/>
              <a:ahLst/>
              <a:cxnLst/>
              <a:rect l="l" t="t" r="r" b="b"/>
              <a:pathLst>
                <a:path w="43436" h="33892" extrusionOk="0">
                  <a:moveTo>
                    <a:pt x="0" y="1"/>
                  </a:moveTo>
                  <a:lnTo>
                    <a:pt x="0" y="33892"/>
                  </a:lnTo>
                  <a:lnTo>
                    <a:pt x="43436" y="33892"/>
                  </a:lnTo>
                  <a:lnTo>
                    <a:pt x="43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2"/>
            <p:cNvSpPr/>
            <p:nvPr/>
          </p:nvSpPr>
          <p:spPr>
            <a:xfrm>
              <a:off x="778049" y="646340"/>
              <a:ext cx="7577235" cy="5156747"/>
            </a:xfrm>
            <a:custGeom>
              <a:avLst/>
              <a:gdLst/>
              <a:ahLst/>
              <a:cxnLst/>
              <a:rect l="l" t="t" r="r" b="b"/>
              <a:pathLst>
                <a:path w="42646" h="33132" extrusionOk="0">
                  <a:moveTo>
                    <a:pt x="0" y="0"/>
                  </a:moveTo>
                  <a:lnTo>
                    <a:pt x="0" y="33132"/>
                  </a:lnTo>
                  <a:lnTo>
                    <a:pt x="42645" y="33132"/>
                  </a:lnTo>
                  <a:lnTo>
                    <a:pt x="426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2"/>
            <p:cNvSpPr/>
            <p:nvPr/>
          </p:nvSpPr>
          <p:spPr>
            <a:xfrm>
              <a:off x="778051" y="638737"/>
              <a:ext cx="7577235" cy="337252"/>
            </a:xfrm>
            <a:custGeom>
              <a:avLst/>
              <a:gdLst/>
              <a:ahLst/>
              <a:cxnLst/>
              <a:rect l="l" t="t" r="r" b="b"/>
              <a:pathLst>
                <a:path w="42646" h="2707" extrusionOk="0">
                  <a:moveTo>
                    <a:pt x="0" y="1"/>
                  </a:moveTo>
                  <a:lnTo>
                    <a:pt x="0" y="2706"/>
                  </a:lnTo>
                  <a:lnTo>
                    <a:pt x="42645" y="2706"/>
                  </a:lnTo>
                  <a:lnTo>
                    <a:pt x="42645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2"/>
            <p:cNvSpPr/>
            <p:nvPr/>
          </p:nvSpPr>
          <p:spPr>
            <a:xfrm>
              <a:off x="8084122" y="684212"/>
              <a:ext cx="246314" cy="246305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1" y="1"/>
                  </a:moveTo>
                  <a:lnTo>
                    <a:pt x="1977" y="1"/>
                  </a:lnTo>
                  <a:lnTo>
                    <a:pt x="1977" y="1976"/>
                  </a:lnTo>
                  <a:lnTo>
                    <a:pt x="1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2"/>
            <p:cNvSpPr/>
            <p:nvPr/>
          </p:nvSpPr>
          <p:spPr>
            <a:xfrm>
              <a:off x="8125859" y="718349"/>
              <a:ext cx="174301" cy="174294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1398"/>
                  </a:moveTo>
                  <a:lnTo>
                    <a:pt x="139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2"/>
            <p:cNvSpPr/>
            <p:nvPr/>
          </p:nvSpPr>
          <p:spPr>
            <a:xfrm>
              <a:off x="8125859" y="718349"/>
              <a:ext cx="174301" cy="174294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0" y="0"/>
                  </a:moveTo>
                  <a:lnTo>
                    <a:pt x="1398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2"/>
            <p:cNvSpPr/>
            <p:nvPr/>
          </p:nvSpPr>
          <p:spPr>
            <a:xfrm>
              <a:off x="7762311" y="684212"/>
              <a:ext cx="246314" cy="246305"/>
            </a:xfrm>
            <a:custGeom>
              <a:avLst/>
              <a:gdLst/>
              <a:ahLst/>
              <a:cxnLst/>
              <a:rect l="l" t="t" r="r" b="b"/>
              <a:pathLst>
                <a:path w="1977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2"/>
            <p:cNvSpPr/>
            <p:nvPr/>
          </p:nvSpPr>
          <p:spPr>
            <a:xfrm>
              <a:off x="7811524" y="733424"/>
              <a:ext cx="147764" cy="147882"/>
            </a:xfrm>
            <a:custGeom>
              <a:avLst/>
              <a:gdLst/>
              <a:ahLst/>
              <a:cxnLst/>
              <a:rect l="l" t="t" r="r" b="b"/>
              <a:pathLst>
                <a:path w="1186" h="1187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86"/>
                  </a:lnTo>
                  <a:lnTo>
                    <a:pt x="0" y="118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2"/>
            <p:cNvSpPr/>
            <p:nvPr/>
          </p:nvSpPr>
          <p:spPr>
            <a:xfrm>
              <a:off x="7811524" y="771299"/>
              <a:ext cx="147764" cy="125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1"/>
                  </a:moveTo>
                  <a:lnTo>
                    <a:pt x="1186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2"/>
            <p:cNvSpPr/>
            <p:nvPr/>
          </p:nvSpPr>
          <p:spPr>
            <a:xfrm>
              <a:off x="7436638" y="684212"/>
              <a:ext cx="246190" cy="246305"/>
            </a:xfrm>
            <a:custGeom>
              <a:avLst/>
              <a:gdLst/>
              <a:ahLst/>
              <a:cxnLst/>
              <a:rect l="l" t="t" r="r" b="b"/>
              <a:pathLst>
                <a:path w="1976" h="1977" fill="none" extrusionOk="0">
                  <a:moveTo>
                    <a:pt x="0" y="1"/>
                  </a:moveTo>
                  <a:lnTo>
                    <a:pt x="1976" y="1"/>
                  </a:lnTo>
                  <a:lnTo>
                    <a:pt x="1976" y="1976"/>
                  </a:lnTo>
                  <a:lnTo>
                    <a:pt x="0" y="197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2"/>
            <p:cNvSpPr/>
            <p:nvPr/>
          </p:nvSpPr>
          <p:spPr>
            <a:xfrm>
              <a:off x="7478250" y="881184"/>
              <a:ext cx="162964" cy="125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0"/>
                  </a:moveTo>
                  <a:lnTo>
                    <a:pt x="1308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3" name="Google Shape;1293;p32"/>
          <p:cNvSpPr txBox="1"/>
          <p:nvPr/>
        </p:nvSpPr>
        <p:spPr>
          <a:xfrm flipH="1">
            <a:off x="2077775" y="3632013"/>
            <a:ext cx="4999800" cy="5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CREDITS: This presentation template was created by </a:t>
            </a:r>
            <a:r>
              <a:rPr lang="en" sz="11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including icons by </a:t>
            </a:r>
            <a:r>
              <a:rPr lang="en" sz="11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, infographics &amp; images by </a:t>
            </a:r>
            <a:r>
              <a:rPr lang="en" sz="1100">
                <a:solidFill>
                  <a:schemeClr val="lt1"/>
                </a:solidFill>
                <a:uFill>
                  <a:noFill/>
                </a:uFill>
                <a:latin typeface="Inconsolata"/>
                <a:ea typeface="Inconsolata"/>
                <a:cs typeface="Inconsolata"/>
                <a:sym typeface="Inconsolat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1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endParaRPr sz="1100">
              <a:solidFill>
                <a:schemeClr val="l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1294" name="Google Shape;1294;p32"/>
          <p:cNvSpPr txBox="1">
            <a:spLocks noGrp="1"/>
          </p:cNvSpPr>
          <p:nvPr>
            <p:ph type="title"/>
          </p:nvPr>
        </p:nvSpPr>
        <p:spPr>
          <a:xfrm>
            <a:off x="2579863" y="767938"/>
            <a:ext cx="3984300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95" name="Google Shape;1295;p32"/>
          <p:cNvSpPr txBox="1">
            <a:spLocks noGrp="1"/>
          </p:cNvSpPr>
          <p:nvPr>
            <p:ph type="subTitle" idx="1"/>
          </p:nvPr>
        </p:nvSpPr>
        <p:spPr>
          <a:xfrm>
            <a:off x="2254063" y="1844038"/>
            <a:ext cx="4635900" cy="8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18">
    <p:bg>
      <p:bgPr>
        <a:solidFill>
          <a:schemeClr val="dk2"/>
        </a:solidFill>
        <a:effectLst/>
      </p:bgPr>
    </p:bg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7" name="Google Shape;1297;p33"/>
          <p:cNvGrpSpPr/>
          <p:nvPr/>
        </p:nvGrpSpPr>
        <p:grpSpPr>
          <a:xfrm rot="10800000" flipH="1">
            <a:off x="11" y="2677292"/>
            <a:ext cx="3684221" cy="2466198"/>
            <a:chOff x="5010250" y="1493475"/>
            <a:chExt cx="1392900" cy="932400"/>
          </a:xfrm>
        </p:grpSpPr>
        <p:sp>
          <p:nvSpPr>
            <p:cNvPr id="1298" name="Google Shape;1298;p33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3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33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33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33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33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33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33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33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3" name="Google Shape;1313;p33"/>
          <p:cNvGrpSpPr/>
          <p:nvPr/>
        </p:nvGrpSpPr>
        <p:grpSpPr>
          <a:xfrm>
            <a:off x="7025500" y="355975"/>
            <a:ext cx="1421653" cy="335929"/>
            <a:chOff x="6415900" y="203575"/>
            <a:chExt cx="1421653" cy="335929"/>
          </a:xfrm>
        </p:grpSpPr>
        <p:sp>
          <p:nvSpPr>
            <p:cNvPr id="1314" name="Google Shape;1314;p33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33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33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33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0" name="Google Shape;1320;p33"/>
          <p:cNvSpPr/>
          <p:nvPr/>
        </p:nvSpPr>
        <p:spPr>
          <a:xfrm>
            <a:off x="6532725" y="1708629"/>
            <a:ext cx="2333190" cy="2333190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21" name="Google Shape;1321;p33"/>
          <p:cNvGrpSpPr/>
          <p:nvPr/>
        </p:nvGrpSpPr>
        <p:grpSpPr>
          <a:xfrm>
            <a:off x="1576388" y="750938"/>
            <a:ext cx="5991215" cy="3641614"/>
            <a:chOff x="1582063" y="1065025"/>
            <a:chExt cx="5991215" cy="3641614"/>
          </a:xfrm>
        </p:grpSpPr>
        <p:grpSp>
          <p:nvGrpSpPr>
            <p:cNvPr id="1322" name="Google Shape;1322;p33"/>
            <p:cNvGrpSpPr/>
            <p:nvPr/>
          </p:nvGrpSpPr>
          <p:grpSpPr>
            <a:xfrm>
              <a:off x="1582063" y="1065025"/>
              <a:ext cx="5991215" cy="3641614"/>
              <a:chOff x="1763579" y="275413"/>
              <a:chExt cx="6572198" cy="3641614"/>
            </a:xfrm>
          </p:grpSpPr>
          <p:sp>
            <p:nvSpPr>
              <p:cNvPr id="1323" name="Google Shape;1323;p33"/>
              <p:cNvSpPr/>
              <p:nvPr/>
            </p:nvSpPr>
            <p:spPr>
              <a:xfrm>
                <a:off x="1763579" y="275413"/>
                <a:ext cx="6572198" cy="3641614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33"/>
              <p:cNvSpPr/>
              <p:nvPr/>
            </p:nvSpPr>
            <p:spPr>
              <a:xfrm>
                <a:off x="1827897" y="353759"/>
                <a:ext cx="6438100" cy="3490872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33"/>
              <p:cNvSpPr/>
              <p:nvPr/>
            </p:nvSpPr>
            <p:spPr>
              <a:xfrm>
                <a:off x="1800739" y="317413"/>
                <a:ext cx="6501156" cy="271476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26" name="Google Shape;1326;p33"/>
            <p:cNvGrpSpPr/>
            <p:nvPr/>
          </p:nvGrpSpPr>
          <p:grpSpPr>
            <a:xfrm>
              <a:off x="6755625" y="1144150"/>
              <a:ext cx="726325" cy="196476"/>
              <a:chOff x="8689262" y="361063"/>
              <a:chExt cx="726325" cy="196476"/>
            </a:xfrm>
          </p:grpSpPr>
          <p:sp>
            <p:nvSpPr>
              <p:cNvPr id="1327" name="Google Shape;1327;p33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33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3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3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1" name="Google Shape;1331;p33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1332" name="Google Shape;1332;p33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3" name="Google Shape;1333;p33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334" name="Google Shape;1334;p33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1335" name="Google Shape;1335;p33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33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ransition>
    <p:cover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18_1"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8" name="Google Shape;1338;p34"/>
          <p:cNvGrpSpPr/>
          <p:nvPr/>
        </p:nvGrpSpPr>
        <p:grpSpPr>
          <a:xfrm rot="10800000">
            <a:off x="7178877" y="6031"/>
            <a:ext cx="1965129" cy="1965129"/>
            <a:chOff x="2980575" y="3649275"/>
            <a:chExt cx="931650" cy="931650"/>
          </a:xfrm>
        </p:grpSpPr>
        <p:sp>
          <p:nvSpPr>
            <p:cNvPr id="1339" name="Google Shape;1339;p34"/>
            <p:cNvSpPr/>
            <p:nvPr/>
          </p:nvSpPr>
          <p:spPr>
            <a:xfrm>
              <a:off x="3137875" y="3649275"/>
              <a:ext cx="0" cy="931650"/>
            </a:xfrm>
            <a:custGeom>
              <a:avLst/>
              <a:gdLst/>
              <a:ahLst/>
              <a:cxnLst/>
              <a:rect l="l" t="t" r="r" b="b"/>
              <a:pathLst>
                <a:path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34"/>
            <p:cNvSpPr/>
            <p:nvPr/>
          </p:nvSpPr>
          <p:spPr>
            <a:xfrm>
              <a:off x="32928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1" y="1"/>
                  </a:moveTo>
                  <a:lnTo>
                    <a:pt x="1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34"/>
            <p:cNvSpPr/>
            <p:nvPr/>
          </p:nvSpPr>
          <p:spPr>
            <a:xfrm>
              <a:off x="3447900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34"/>
            <p:cNvSpPr/>
            <p:nvPr/>
          </p:nvSpPr>
          <p:spPr>
            <a:xfrm>
              <a:off x="360292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34"/>
            <p:cNvSpPr/>
            <p:nvPr/>
          </p:nvSpPr>
          <p:spPr>
            <a:xfrm>
              <a:off x="37571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1" y="1"/>
                  </a:moveTo>
                  <a:lnTo>
                    <a:pt x="1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34"/>
            <p:cNvSpPr/>
            <p:nvPr/>
          </p:nvSpPr>
          <p:spPr>
            <a:xfrm>
              <a:off x="3910675" y="3649275"/>
              <a:ext cx="25" cy="931650"/>
            </a:xfrm>
            <a:custGeom>
              <a:avLst/>
              <a:gdLst/>
              <a:ahLst/>
              <a:cxnLst/>
              <a:rect l="l" t="t" r="r" b="b"/>
              <a:pathLst>
                <a:path w="1" h="37266" fill="none" extrusionOk="0">
                  <a:moveTo>
                    <a:pt x="0" y="1"/>
                  </a:moveTo>
                  <a:lnTo>
                    <a:pt x="0" y="3726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34"/>
            <p:cNvSpPr/>
            <p:nvPr/>
          </p:nvSpPr>
          <p:spPr>
            <a:xfrm>
              <a:off x="2980575" y="44220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34"/>
            <p:cNvSpPr/>
            <p:nvPr/>
          </p:nvSpPr>
          <p:spPr>
            <a:xfrm>
              <a:off x="2980575" y="42670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0"/>
                  </a:moveTo>
                  <a:lnTo>
                    <a:pt x="3726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34"/>
            <p:cNvSpPr/>
            <p:nvPr/>
          </p:nvSpPr>
          <p:spPr>
            <a:xfrm>
              <a:off x="2980575" y="41135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0"/>
                  </a:moveTo>
                  <a:lnTo>
                    <a:pt x="37265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34"/>
            <p:cNvSpPr/>
            <p:nvPr/>
          </p:nvSpPr>
          <p:spPr>
            <a:xfrm>
              <a:off x="2980575" y="3958550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Google Shape;1349;p34"/>
            <p:cNvSpPr/>
            <p:nvPr/>
          </p:nvSpPr>
          <p:spPr>
            <a:xfrm>
              <a:off x="2980575" y="380352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34"/>
            <p:cNvSpPr/>
            <p:nvPr/>
          </p:nvSpPr>
          <p:spPr>
            <a:xfrm>
              <a:off x="2980575" y="3649275"/>
              <a:ext cx="931650" cy="25"/>
            </a:xfrm>
            <a:custGeom>
              <a:avLst/>
              <a:gdLst/>
              <a:ahLst/>
              <a:cxnLst/>
              <a:rect l="l" t="t" r="r" b="b"/>
              <a:pathLst>
                <a:path w="37266" h="1" fill="none" extrusionOk="0">
                  <a:moveTo>
                    <a:pt x="0" y="1"/>
                  </a:moveTo>
                  <a:lnTo>
                    <a:pt x="37265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1" name="Google Shape;1351;p34"/>
          <p:cNvGrpSpPr/>
          <p:nvPr/>
        </p:nvGrpSpPr>
        <p:grpSpPr>
          <a:xfrm>
            <a:off x="145819" y="204148"/>
            <a:ext cx="8767240" cy="4665910"/>
            <a:chOff x="145819" y="204148"/>
            <a:chExt cx="8767240" cy="4665910"/>
          </a:xfrm>
        </p:grpSpPr>
        <p:sp>
          <p:nvSpPr>
            <p:cNvPr id="1352" name="Google Shape;1352;p34"/>
            <p:cNvSpPr/>
            <p:nvPr/>
          </p:nvSpPr>
          <p:spPr>
            <a:xfrm>
              <a:off x="5342339" y="4475875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34"/>
            <p:cNvSpPr/>
            <p:nvPr/>
          </p:nvSpPr>
          <p:spPr>
            <a:xfrm>
              <a:off x="2114297" y="41387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34"/>
            <p:cNvSpPr/>
            <p:nvPr/>
          </p:nvSpPr>
          <p:spPr>
            <a:xfrm>
              <a:off x="3825954" y="4010136"/>
              <a:ext cx="29234" cy="21985"/>
            </a:xfrm>
            <a:custGeom>
              <a:avLst/>
              <a:gdLst/>
              <a:ahLst/>
              <a:cxnLst/>
              <a:rect l="l" t="t" r="r" b="b"/>
              <a:pathLst>
                <a:path w="609" h="458" extrusionOk="0">
                  <a:moveTo>
                    <a:pt x="278" y="0"/>
                  </a:moveTo>
                  <a:cubicBezTo>
                    <a:pt x="1" y="0"/>
                    <a:pt x="10" y="458"/>
                    <a:pt x="305" y="458"/>
                  </a:cubicBezTo>
                  <a:cubicBezTo>
                    <a:pt x="609" y="458"/>
                    <a:pt x="609" y="2"/>
                    <a:pt x="305" y="2"/>
                  </a:cubicBezTo>
                  <a:cubicBezTo>
                    <a:pt x="295" y="1"/>
                    <a:pt x="287" y="0"/>
                    <a:pt x="2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Google Shape;1355;p34"/>
            <p:cNvSpPr/>
            <p:nvPr/>
          </p:nvSpPr>
          <p:spPr>
            <a:xfrm>
              <a:off x="2854175" y="44990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34"/>
            <p:cNvSpPr/>
            <p:nvPr/>
          </p:nvSpPr>
          <p:spPr>
            <a:xfrm>
              <a:off x="4968026" y="43209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34"/>
            <p:cNvSpPr/>
            <p:nvPr/>
          </p:nvSpPr>
          <p:spPr>
            <a:xfrm>
              <a:off x="8244241" y="4848073"/>
              <a:ext cx="29186" cy="21985"/>
            </a:xfrm>
            <a:custGeom>
              <a:avLst/>
              <a:gdLst/>
              <a:ahLst/>
              <a:cxnLst/>
              <a:rect l="l" t="t" r="r" b="b"/>
              <a:pathLst>
                <a:path w="608" h="458" extrusionOk="0">
                  <a:moveTo>
                    <a:pt x="277" y="1"/>
                  </a:moveTo>
                  <a:cubicBezTo>
                    <a:pt x="0" y="1"/>
                    <a:pt x="9" y="458"/>
                    <a:pt x="304" y="458"/>
                  </a:cubicBezTo>
                  <a:cubicBezTo>
                    <a:pt x="608" y="458"/>
                    <a:pt x="608" y="2"/>
                    <a:pt x="304" y="2"/>
                  </a:cubicBezTo>
                  <a:cubicBezTo>
                    <a:pt x="295" y="1"/>
                    <a:pt x="286" y="1"/>
                    <a:pt x="2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34"/>
            <p:cNvSpPr/>
            <p:nvPr/>
          </p:nvSpPr>
          <p:spPr>
            <a:xfrm rot="1189105">
              <a:off x="302622" y="1714693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34"/>
            <p:cNvSpPr/>
            <p:nvPr/>
          </p:nvSpPr>
          <p:spPr>
            <a:xfrm rot="1189105">
              <a:off x="698610" y="2151576"/>
              <a:ext cx="29234" cy="23378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34"/>
            <p:cNvSpPr/>
            <p:nvPr/>
          </p:nvSpPr>
          <p:spPr>
            <a:xfrm rot="1189105">
              <a:off x="148672" y="3534687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34"/>
            <p:cNvSpPr/>
            <p:nvPr/>
          </p:nvSpPr>
          <p:spPr>
            <a:xfrm>
              <a:off x="7791997" y="2300342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34"/>
            <p:cNvSpPr/>
            <p:nvPr/>
          </p:nvSpPr>
          <p:spPr>
            <a:xfrm>
              <a:off x="8420700" y="340309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34"/>
            <p:cNvSpPr/>
            <p:nvPr/>
          </p:nvSpPr>
          <p:spPr>
            <a:xfrm>
              <a:off x="8847951" y="278211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34"/>
            <p:cNvSpPr/>
            <p:nvPr/>
          </p:nvSpPr>
          <p:spPr>
            <a:xfrm>
              <a:off x="7834372" y="1636704"/>
              <a:ext cx="29186" cy="22177"/>
            </a:xfrm>
            <a:custGeom>
              <a:avLst/>
              <a:gdLst/>
              <a:ahLst/>
              <a:cxnLst/>
              <a:rect l="l" t="t" r="r" b="b"/>
              <a:pathLst>
                <a:path w="608" h="462" extrusionOk="0">
                  <a:moveTo>
                    <a:pt x="255" y="1"/>
                  </a:moveTo>
                  <a:cubicBezTo>
                    <a:pt x="0" y="1"/>
                    <a:pt x="16" y="462"/>
                    <a:pt x="303" y="462"/>
                  </a:cubicBezTo>
                  <a:cubicBezTo>
                    <a:pt x="607" y="462"/>
                    <a:pt x="607" y="6"/>
                    <a:pt x="303" y="6"/>
                  </a:cubicBezTo>
                  <a:cubicBezTo>
                    <a:pt x="286" y="3"/>
                    <a:pt x="270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34"/>
            <p:cNvSpPr/>
            <p:nvPr/>
          </p:nvSpPr>
          <p:spPr>
            <a:xfrm>
              <a:off x="6720550" y="670460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34"/>
            <p:cNvSpPr/>
            <p:nvPr/>
          </p:nvSpPr>
          <p:spPr>
            <a:xfrm>
              <a:off x="8883825" y="40345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34"/>
            <p:cNvSpPr/>
            <p:nvPr/>
          </p:nvSpPr>
          <p:spPr>
            <a:xfrm>
              <a:off x="7887301" y="4173464"/>
              <a:ext cx="29234" cy="21937"/>
            </a:xfrm>
            <a:custGeom>
              <a:avLst/>
              <a:gdLst/>
              <a:ahLst/>
              <a:cxnLst/>
              <a:rect l="l" t="t" r="r" b="b"/>
              <a:pathLst>
                <a:path w="609" h="457" extrusionOk="0">
                  <a:moveTo>
                    <a:pt x="305" y="1"/>
                  </a:moveTo>
                  <a:cubicBezTo>
                    <a:pt x="1" y="1"/>
                    <a:pt x="1" y="457"/>
                    <a:pt x="305" y="457"/>
                  </a:cubicBezTo>
                  <a:cubicBezTo>
                    <a:pt x="608" y="457"/>
                    <a:pt x="608" y="1"/>
                    <a:pt x="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34"/>
            <p:cNvSpPr/>
            <p:nvPr/>
          </p:nvSpPr>
          <p:spPr>
            <a:xfrm>
              <a:off x="4257725" y="204148"/>
              <a:ext cx="29234" cy="23377"/>
            </a:xfrm>
            <a:custGeom>
              <a:avLst/>
              <a:gdLst/>
              <a:ahLst/>
              <a:cxnLst/>
              <a:rect l="l" t="t" r="r" b="b"/>
              <a:pathLst>
                <a:path w="609" h="487" extrusionOk="0">
                  <a:moveTo>
                    <a:pt x="305" y="0"/>
                  </a:moveTo>
                  <a:cubicBezTo>
                    <a:pt x="1" y="0"/>
                    <a:pt x="1" y="487"/>
                    <a:pt x="305" y="487"/>
                  </a:cubicBezTo>
                  <a:cubicBezTo>
                    <a:pt x="609" y="487"/>
                    <a:pt x="609" y="0"/>
                    <a:pt x="3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9" name="Google Shape;1369;p34"/>
          <p:cNvSpPr/>
          <p:nvPr/>
        </p:nvSpPr>
        <p:spPr>
          <a:xfrm>
            <a:off x="-2000" y="4433825"/>
            <a:ext cx="2548734" cy="227126"/>
          </a:xfrm>
          <a:custGeom>
            <a:avLst/>
            <a:gdLst/>
            <a:ahLst/>
            <a:cxnLst/>
            <a:rect l="l" t="t" r="r" b="b"/>
            <a:pathLst>
              <a:path w="25260" h="2251" fill="none" extrusionOk="0">
                <a:moveTo>
                  <a:pt x="25260" y="2250"/>
                </a:moveTo>
                <a:lnTo>
                  <a:pt x="21065" y="1"/>
                </a:lnTo>
                <a:lnTo>
                  <a:pt x="16840" y="2250"/>
                </a:lnTo>
                <a:lnTo>
                  <a:pt x="12645" y="1"/>
                </a:lnTo>
                <a:lnTo>
                  <a:pt x="8451" y="2250"/>
                </a:lnTo>
                <a:lnTo>
                  <a:pt x="4226" y="1"/>
                </a:lnTo>
                <a:lnTo>
                  <a:pt x="1" y="2250"/>
                </a:lnTo>
              </a:path>
            </a:pathLst>
          </a:custGeom>
          <a:noFill/>
          <a:ln w="190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0" name="Google Shape;1370;p34"/>
          <p:cNvSpPr/>
          <p:nvPr/>
        </p:nvSpPr>
        <p:spPr>
          <a:xfrm>
            <a:off x="1409912" y="768250"/>
            <a:ext cx="1600915" cy="1600915"/>
          </a:xfrm>
          <a:custGeom>
            <a:avLst/>
            <a:gdLst/>
            <a:ahLst/>
            <a:cxnLst/>
            <a:rect l="l" t="t" r="r" b="b"/>
            <a:pathLst>
              <a:path w="14530" h="14530" fill="none" extrusionOk="0">
                <a:moveTo>
                  <a:pt x="14530" y="7265"/>
                </a:moveTo>
                <a:cubicBezTo>
                  <a:pt x="14530" y="11277"/>
                  <a:pt x="11277" y="14529"/>
                  <a:pt x="7265" y="14529"/>
                </a:cubicBezTo>
                <a:cubicBezTo>
                  <a:pt x="3253" y="14529"/>
                  <a:pt x="1" y="11277"/>
                  <a:pt x="1" y="7265"/>
                </a:cubicBezTo>
                <a:cubicBezTo>
                  <a:pt x="1" y="3253"/>
                  <a:pt x="3253" y="0"/>
                  <a:pt x="7265" y="0"/>
                </a:cubicBezTo>
                <a:cubicBezTo>
                  <a:pt x="11277" y="0"/>
                  <a:pt x="14530" y="3253"/>
                  <a:pt x="14530" y="7265"/>
                </a:cubicBez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>
    <p:cover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CUSTOM_18_1_1">
    <p:bg>
      <p:bgPr>
        <a:solidFill>
          <a:schemeClr val="dk2"/>
        </a:solidFill>
        <a:effectLst/>
      </p:bgPr>
    </p:bg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35"/>
          <p:cNvSpPr/>
          <p:nvPr/>
        </p:nvSpPr>
        <p:spPr>
          <a:xfrm>
            <a:off x="6705275" y="317004"/>
            <a:ext cx="2333190" cy="2333190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3" name="Google Shape;1373;p35"/>
          <p:cNvGrpSpPr/>
          <p:nvPr/>
        </p:nvGrpSpPr>
        <p:grpSpPr>
          <a:xfrm>
            <a:off x="11" y="-8"/>
            <a:ext cx="3684221" cy="2466198"/>
            <a:chOff x="5010250" y="1493475"/>
            <a:chExt cx="1392900" cy="932400"/>
          </a:xfrm>
        </p:grpSpPr>
        <p:sp>
          <p:nvSpPr>
            <p:cNvPr id="1374" name="Google Shape;1374;p35"/>
            <p:cNvSpPr/>
            <p:nvPr/>
          </p:nvSpPr>
          <p:spPr>
            <a:xfrm>
              <a:off x="51683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35"/>
            <p:cNvSpPr/>
            <p:nvPr/>
          </p:nvSpPr>
          <p:spPr>
            <a:xfrm>
              <a:off x="53225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35"/>
            <p:cNvSpPr/>
            <p:nvPr/>
          </p:nvSpPr>
          <p:spPr>
            <a:xfrm>
              <a:off x="54775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35"/>
            <p:cNvSpPr/>
            <p:nvPr/>
          </p:nvSpPr>
          <p:spPr>
            <a:xfrm>
              <a:off x="56326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35"/>
            <p:cNvSpPr/>
            <p:nvPr/>
          </p:nvSpPr>
          <p:spPr>
            <a:xfrm>
              <a:off x="5786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35"/>
            <p:cNvSpPr/>
            <p:nvPr/>
          </p:nvSpPr>
          <p:spPr>
            <a:xfrm>
              <a:off x="594035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35"/>
            <p:cNvSpPr/>
            <p:nvPr/>
          </p:nvSpPr>
          <p:spPr>
            <a:xfrm>
              <a:off x="609307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35"/>
            <p:cNvSpPr/>
            <p:nvPr/>
          </p:nvSpPr>
          <p:spPr>
            <a:xfrm>
              <a:off x="6248100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1" y="0"/>
                  </a:moveTo>
                  <a:lnTo>
                    <a:pt x="1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35"/>
            <p:cNvSpPr/>
            <p:nvPr/>
          </p:nvSpPr>
          <p:spPr>
            <a:xfrm>
              <a:off x="6403125" y="1493475"/>
              <a:ext cx="25" cy="932400"/>
            </a:xfrm>
            <a:custGeom>
              <a:avLst/>
              <a:gdLst/>
              <a:ahLst/>
              <a:cxnLst/>
              <a:rect l="l" t="t" r="r" b="b"/>
              <a:pathLst>
                <a:path w="1" h="37296" fill="none" extrusionOk="0">
                  <a:moveTo>
                    <a:pt x="0" y="0"/>
                  </a:moveTo>
                  <a:lnTo>
                    <a:pt x="0" y="37296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35"/>
            <p:cNvSpPr/>
            <p:nvPr/>
          </p:nvSpPr>
          <p:spPr>
            <a:xfrm>
              <a:off x="5010250" y="22670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35"/>
            <p:cNvSpPr/>
            <p:nvPr/>
          </p:nvSpPr>
          <p:spPr>
            <a:xfrm>
              <a:off x="5010250" y="242585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35"/>
            <p:cNvSpPr/>
            <p:nvPr/>
          </p:nvSpPr>
          <p:spPr>
            <a:xfrm>
              <a:off x="5010250" y="211277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35"/>
            <p:cNvSpPr/>
            <p:nvPr/>
          </p:nvSpPr>
          <p:spPr>
            <a:xfrm>
              <a:off x="5010250" y="1958525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35"/>
            <p:cNvSpPr/>
            <p:nvPr/>
          </p:nvSpPr>
          <p:spPr>
            <a:xfrm>
              <a:off x="5010250" y="1803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1"/>
                  </a:moveTo>
                  <a:lnTo>
                    <a:pt x="55533" y="1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35"/>
            <p:cNvSpPr/>
            <p:nvPr/>
          </p:nvSpPr>
          <p:spPr>
            <a:xfrm>
              <a:off x="5010250" y="1648500"/>
              <a:ext cx="1388325" cy="25"/>
            </a:xfrm>
            <a:custGeom>
              <a:avLst/>
              <a:gdLst/>
              <a:ahLst/>
              <a:cxnLst/>
              <a:rect l="l" t="t" r="r" b="b"/>
              <a:pathLst>
                <a:path w="55533" h="1" fill="none" extrusionOk="0">
                  <a:moveTo>
                    <a:pt x="0" y="0"/>
                  </a:moveTo>
                  <a:lnTo>
                    <a:pt x="55533" y="0"/>
                  </a:lnTo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35"/>
          <p:cNvGrpSpPr/>
          <p:nvPr/>
        </p:nvGrpSpPr>
        <p:grpSpPr>
          <a:xfrm>
            <a:off x="7025500" y="4602163"/>
            <a:ext cx="1421653" cy="335929"/>
            <a:chOff x="6415900" y="203575"/>
            <a:chExt cx="1421653" cy="335929"/>
          </a:xfrm>
        </p:grpSpPr>
        <p:sp>
          <p:nvSpPr>
            <p:cNvPr id="1390" name="Google Shape;1390;p35"/>
            <p:cNvSpPr/>
            <p:nvPr/>
          </p:nvSpPr>
          <p:spPr>
            <a:xfrm>
              <a:off x="7501615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35"/>
            <p:cNvSpPr/>
            <p:nvPr/>
          </p:nvSpPr>
          <p:spPr>
            <a:xfrm>
              <a:off x="7669535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0" y="3526"/>
                  </a:move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35"/>
            <p:cNvSpPr/>
            <p:nvPr/>
          </p:nvSpPr>
          <p:spPr>
            <a:xfrm>
              <a:off x="6960234" y="371490"/>
              <a:ext cx="335938" cy="95"/>
            </a:xfrm>
            <a:custGeom>
              <a:avLst/>
              <a:gdLst/>
              <a:ahLst/>
              <a:cxnLst/>
              <a:rect l="l" t="t" r="r" b="b"/>
              <a:pathLst>
                <a:path w="3527" h="1" fill="none" extrusionOk="0">
                  <a:moveTo>
                    <a:pt x="0" y="0"/>
                  </a:moveTo>
                  <a:lnTo>
                    <a:pt x="352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35"/>
            <p:cNvSpPr/>
            <p:nvPr/>
          </p:nvSpPr>
          <p:spPr>
            <a:xfrm>
              <a:off x="7125201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35"/>
            <p:cNvSpPr/>
            <p:nvPr/>
          </p:nvSpPr>
          <p:spPr>
            <a:xfrm>
              <a:off x="6415900" y="371490"/>
              <a:ext cx="333081" cy="95"/>
            </a:xfrm>
            <a:custGeom>
              <a:avLst/>
              <a:gdLst/>
              <a:ahLst/>
              <a:cxnLst/>
              <a:rect l="l" t="t" r="r" b="b"/>
              <a:pathLst>
                <a:path w="3497" h="1" fill="none" extrusionOk="0">
                  <a:moveTo>
                    <a:pt x="1" y="0"/>
                  </a:moveTo>
                  <a:lnTo>
                    <a:pt x="3496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35"/>
            <p:cNvSpPr/>
            <p:nvPr/>
          </p:nvSpPr>
          <p:spPr>
            <a:xfrm>
              <a:off x="6583820" y="203575"/>
              <a:ext cx="95" cy="335929"/>
            </a:xfrm>
            <a:custGeom>
              <a:avLst/>
              <a:gdLst/>
              <a:ahLst/>
              <a:cxnLst/>
              <a:rect l="l" t="t" r="r" b="b"/>
              <a:pathLst>
                <a:path w="1" h="3527" fill="none" extrusionOk="0">
                  <a:moveTo>
                    <a:pt x="1" y="3526"/>
                  </a:moveTo>
                  <a:lnTo>
                    <a:pt x="1" y="0"/>
                  </a:lnTo>
                </a:path>
              </a:pathLst>
            </a:cu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6" name="Google Shape;1396;p35"/>
          <p:cNvGrpSpPr/>
          <p:nvPr/>
        </p:nvGrpSpPr>
        <p:grpSpPr>
          <a:xfrm>
            <a:off x="497113" y="750938"/>
            <a:ext cx="8149787" cy="3641614"/>
            <a:chOff x="500750" y="1065025"/>
            <a:chExt cx="8149787" cy="3641614"/>
          </a:xfrm>
        </p:grpSpPr>
        <p:grpSp>
          <p:nvGrpSpPr>
            <p:cNvPr id="1397" name="Google Shape;1397;p35"/>
            <p:cNvGrpSpPr/>
            <p:nvPr/>
          </p:nvGrpSpPr>
          <p:grpSpPr>
            <a:xfrm>
              <a:off x="500750" y="1065025"/>
              <a:ext cx="8149787" cy="3641614"/>
              <a:chOff x="1763579" y="275413"/>
              <a:chExt cx="8940091" cy="3641614"/>
            </a:xfrm>
          </p:grpSpPr>
          <p:sp>
            <p:nvSpPr>
              <p:cNvPr id="1398" name="Google Shape;1398;p35"/>
              <p:cNvSpPr/>
              <p:nvPr/>
            </p:nvSpPr>
            <p:spPr>
              <a:xfrm>
                <a:off x="1763579" y="275413"/>
                <a:ext cx="8940091" cy="3641614"/>
              </a:xfrm>
              <a:custGeom>
                <a:avLst/>
                <a:gdLst/>
                <a:ahLst/>
                <a:cxnLst/>
                <a:rect l="l" t="t" r="r" b="b"/>
                <a:pathLst>
                  <a:path w="37297" h="18360" extrusionOk="0">
                    <a:moveTo>
                      <a:pt x="1" y="0"/>
                    </a:moveTo>
                    <a:lnTo>
                      <a:pt x="1" y="18359"/>
                    </a:lnTo>
                    <a:lnTo>
                      <a:pt x="37296" y="18359"/>
                    </a:lnTo>
                    <a:lnTo>
                      <a:pt x="3729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  <p:sp>
            <p:nvSpPr>
              <p:cNvPr id="1399" name="Google Shape;1399;p35"/>
              <p:cNvSpPr/>
              <p:nvPr/>
            </p:nvSpPr>
            <p:spPr>
              <a:xfrm>
                <a:off x="1851070" y="353759"/>
                <a:ext cx="8757679" cy="3490872"/>
              </a:xfrm>
              <a:custGeom>
                <a:avLst/>
                <a:gdLst/>
                <a:ahLst/>
                <a:cxnLst/>
                <a:rect l="l" t="t" r="r" b="b"/>
                <a:pathLst>
                  <a:path w="36536" h="17600" extrusionOk="0">
                    <a:moveTo>
                      <a:pt x="0" y="0"/>
                    </a:moveTo>
                    <a:lnTo>
                      <a:pt x="0" y="17599"/>
                    </a:lnTo>
                    <a:lnTo>
                      <a:pt x="36536" y="17599"/>
                    </a:lnTo>
                    <a:lnTo>
                      <a:pt x="3653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  <p:sp>
            <p:nvSpPr>
              <p:cNvPr id="1400" name="Google Shape;1400;p35"/>
              <p:cNvSpPr/>
              <p:nvPr/>
            </p:nvSpPr>
            <p:spPr>
              <a:xfrm>
                <a:off x="1811764" y="317413"/>
                <a:ext cx="8845832" cy="271476"/>
              </a:xfrm>
              <a:custGeom>
                <a:avLst/>
                <a:gdLst/>
                <a:ahLst/>
                <a:cxnLst/>
                <a:rect l="l" t="t" r="r" b="b"/>
                <a:pathLst>
                  <a:path w="36567" h="2645" extrusionOk="0">
                    <a:moveTo>
                      <a:pt x="0" y="0"/>
                    </a:moveTo>
                    <a:lnTo>
                      <a:pt x="0" y="2645"/>
                    </a:lnTo>
                    <a:lnTo>
                      <a:pt x="36566" y="2645"/>
                    </a:lnTo>
                    <a:lnTo>
                      <a:pt x="3656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200">
                  <a:solidFill>
                    <a:schemeClr val="dk1"/>
                  </a:solidFill>
                  <a:latin typeface="Nanum Gothic Coding"/>
                  <a:ea typeface="Nanum Gothic Coding"/>
                  <a:cs typeface="Nanum Gothic Coding"/>
                  <a:sym typeface="Nanum Gothic Coding"/>
                </a:endParaRPr>
              </a:p>
            </p:txBody>
          </p:sp>
        </p:grpSp>
        <p:grpSp>
          <p:nvGrpSpPr>
            <p:cNvPr id="1401" name="Google Shape;1401;p35"/>
            <p:cNvGrpSpPr/>
            <p:nvPr/>
          </p:nvGrpSpPr>
          <p:grpSpPr>
            <a:xfrm>
              <a:off x="7831225" y="1144150"/>
              <a:ext cx="726325" cy="196476"/>
              <a:chOff x="8689262" y="361063"/>
              <a:chExt cx="726325" cy="196476"/>
            </a:xfrm>
          </p:grpSpPr>
          <p:sp>
            <p:nvSpPr>
              <p:cNvPr id="1402" name="Google Shape;1402;p35"/>
              <p:cNvSpPr/>
              <p:nvPr/>
            </p:nvSpPr>
            <p:spPr>
              <a:xfrm>
                <a:off x="921911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1" y="1"/>
                    </a:moveTo>
                    <a:lnTo>
                      <a:pt x="1" y="1916"/>
                    </a:lnTo>
                    <a:lnTo>
                      <a:pt x="1916" y="1916"/>
                    </a:lnTo>
                    <a:lnTo>
                      <a:pt x="191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35"/>
              <p:cNvSpPr/>
              <p:nvPr/>
            </p:nvSpPr>
            <p:spPr>
              <a:xfrm>
                <a:off x="8954238" y="361063"/>
                <a:ext cx="199553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4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45" y="1916"/>
                    </a:lnTo>
                    <a:lnTo>
                      <a:pt x="194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35"/>
              <p:cNvSpPr/>
              <p:nvPr/>
            </p:nvSpPr>
            <p:spPr>
              <a:xfrm>
                <a:off x="8689262" y="361063"/>
                <a:ext cx="196476" cy="196476"/>
              </a:xfrm>
              <a:custGeom>
                <a:avLst/>
                <a:gdLst/>
                <a:ahLst/>
                <a:cxnLst/>
                <a:rect l="l" t="t" r="r" b="b"/>
                <a:pathLst>
                  <a:path w="1916" h="1916" extrusionOk="0">
                    <a:moveTo>
                      <a:pt x="0" y="1"/>
                    </a:moveTo>
                    <a:lnTo>
                      <a:pt x="0" y="1916"/>
                    </a:lnTo>
                    <a:lnTo>
                      <a:pt x="1915" y="1916"/>
                    </a:lnTo>
                    <a:lnTo>
                      <a:pt x="191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35"/>
              <p:cNvSpPr/>
              <p:nvPr/>
            </p:nvSpPr>
            <p:spPr>
              <a:xfrm>
                <a:off x="8720436" y="523187"/>
                <a:ext cx="137205" cy="103"/>
              </a:xfrm>
              <a:custGeom>
                <a:avLst/>
                <a:gdLst/>
                <a:ahLst/>
                <a:cxnLst/>
                <a:rect l="l" t="t" r="r" b="b"/>
                <a:pathLst>
                  <a:path w="1338" h="1" fill="none" extrusionOk="0">
                    <a:moveTo>
                      <a:pt x="0" y="0"/>
                    </a:moveTo>
                    <a:lnTo>
                      <a:pt x="1338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3039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06" name="Google Shape;1406;p35"/>
              <p:cNvGrpSpPr/>
              <p:nvPr/>
            </p:nvGrpSpPr>
            <p:grpSpPr>
              <a:xfrm>
                <a:off x="9250380" y="399391"/>
                <a:ext cx="137217" cy="129156"/>
                <a:chOff x="9250380" y="399391"/>
                <a:chExt cx="137217" cy="129156"/>
              </a:xfrm>
            </p:grpSpPr>
            <p:sp>
              <p:nvSpPr>
                <p:cNvPr id="1407" name="Google Shape;1407;p35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1398"/>
                      </a:moveTo>
                      <a:lnTo>
                        <a:pt x="1398" y="0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8" name="Google Shape;1408;p35"/>
                <p:cNvSpPr/>
                <p:nvPr/>
              </p:nvSpPr>
              <p:spPr>
                <a:xfrm>
                  <a:off x="9250380" y="399391"/>
                  <a:ext cx="137217" cy="129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" h="1399" fill="none" extrusionOk="0">
                      <a:moveTo>
                        <a:pt x="0" y="0"/>
                      </a:moveTo>
                      <a:lnTo>
                        <a:pt x="1398" y="1398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09" name="Google Shape;1409;p35"/>
              <p:cNvGrpSpPr/>
              <p:nvPr/>
            </p:nvGrpSpPr>
            <p:grpSpPr>
              <a:xfrm>
                <a:off x="8983820" y="394006"/>
                <a:ext cx="137217" cy="129279"/>
                <a:chOff x="8983820" y="394006"/>
                <a:chExt cx="137217" cy="129279"/>
              </a:xfrm>
            </p:grpSpPr>
            <p:sp>
              <p:nvSpPr>
                <p:cNvPr id="1410" name="Google Shape;1410;p35"/>
                <p:cNvSpPr/>
                <p:nvPr/>
              </p:nvSpPr>
              <p:spPr>
                <a:xfrm>
                  <a:off x="8983820" y="394006"/>
                  <a:ext cx="137217" cy="1292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187" fill="none" extrusionOk="0">
                      <a:moveTo>
                        <a:pt x="0" y="1"/>
                      </a:moveTo>
                      <a:lnTo>
                        <a:pt x="1186" y="1"/>
                      </a:lnTo>
                      <a:lnTo>
                        <a:pt x="1186" y="1186"/>
                      </a:lnTo>
                      <a:lnTo>
                        <a:pt x="0" y="1186"/>
                      </a:ln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1" name="Google Shape;1411;p35"/>
                <p:cNvSpPr/>
                <p:nvPr/>
              </p:nvSpPr>
              <p:spPr>
                <a:xfrm>
                  <a:off x="8983820" y="427115"/>
                  <a:ext cx="137217" cy="1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6" h="1" fill="none" extrusionOk="0">
                      <a:moveTo>
                        <a:pt x="0" y="1"/>
                      </a:moveTo>
                      <a:lnTo>
                        <a:pt x="1186" y="1"/>
                      </a:ln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3039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  <p:transition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7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anum Gothic Coding"/>
              <a:buNone/>
              <a:defRPr sz="3200" b="1">
                <a:solidFill>
                  <a:schemeClr val="dk1"/>
                </a:solidFill>
                <a:latin typeface="Nanum Gothic Coding"/>
                <a:ea typeface="Nanum Gothic Coding"/>
                <a:cs typeface="Nanum Gothic Coding"/>
                <a:sym typeface="Nanum Gothic Coding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consolata"/>
              <a:buChar char="●"/>
              <a:defRPr sz="1800"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●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○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consolata"/>
              <a:buChar char="■"/>
              <a:defRPr>
                <a:solidFill>
                  <a:schemeClr val="dk1"/>
                </a:solidFill>
                <a:latin typeface="Inconsolata"/>
                <a:ea typeface="Inconsolata"/>
                <a:cs typeface="Inconsolata"/>
                <a:sym typeface="Inconsolat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4" r:id="rId4"/>
    <p:sldLayoutId id="2147483655" r:id="rId5"/>
    <p:sldLayoutId id="2147483658" r:id="rId6"/>
    <p:sldLayoutId id="2147483659" r:id="rId7"/>
    <p:sldLayoutId id="2147483660" r:id="rId8"/>
    <p:sldLayoutId id="2147483669" r:id="rId9"/>
    <p:sldLayoutId id="2147483672" r:id="rId10"/>
    <p:sldLayoutId id="2147483676" r:id="rId11"/>
    <p:sldLayoutId id="2147483678" r:id="rId12"/>
    <p:sldLayoutId id="2147483679" r:id="rId13"/>
    <p:sldLayoutId id="2147483680" r:id="rId14"/>
    <p:sldLayoutId id="2147483681" r:id="rId15"/>
  </p:sldLayoutIdLst>
  <p:transition>
    <p:cover dir="rd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9"/>
          <p:cNvSpPr txBox="1">
            <a:spLocks noGrp="1"/>
          </p:cNvSpPr>
          <p:nvPr>
            <p:ph type="ctrTitle"/>
          </p:nvPr>
        </p:nvSpPr>
        <p:spPr>
          <a:xfrm>
            <a:off x="1080912" y="810375"/>
            <a:ext cx="6292653" cy="187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Computer Graphics and Animations</a:t>
            </a:r>
            <a:endParaRPr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423" name="Google Shape;1423;p39"/>
          <p:cNvSpPr txBox="1">
            <a:spLocks noGrp="1"/>
          </p:cNvSpPr>
          <p:nvPr>
            <p:ph type="subTitle" idx="1"/>
          </p:nvPr>
        </p:nvSpPr>
        <p:spPr>
          <a:xfrm>
            <a:off x="1984443" y="2688375"/>
            <a:ext cx="4143983" cy="74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Welcome to our presentation</a:t>
            </a:r>
            <a:endParaRPr sz="2000" b="1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424" name="Google Shape;1424;p39"/>
          <p:cNvGrpSpPr/>
          <p:nvPr/>
        </p:nvGrpSpPr>
        <p:grpSpPr>
          <a:xfrm rot="3750900">
            <a:off x="2226532" y="3302562"/>
            <a:ext cx="644403" cy="1061717"/>
            <a:chOff x="1279175" y="2762450"/>
            <a:chExt cx="644426" cy="1061755"/>
          </a:xfrm>
        </p:grpSpPr>
        <p:sp>
          <p:nvSpPr>
            <p:cNvPr id="1425" name="Google Shape;1425;p39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27" name="Google Shape;1427;p39"/>
          <p:cNvGrpSpPr/>
          <p:nvPr/>
        </p:nvGrpSpPr>
        <p:grpSpPr>
          <a:xfrm>
            <a:off x="6031206" y="2760636"/>
            <a:ext cx="2577033" cy="2087450"/>
            <a:chOff x="334625" y="3431187"/>
            <a:chExt cx="1916580" cy="1552469"/>
          </a:xfrm>
        </p:grpSpPr>
        <p:sp>
          <p:nvSpPr>
            <p:cNvPr id="1428" name="Google Shape;1428;p39"/>
            <p:cNvSpPr/>
            <p:nvPr/>
          </p:nvSpPr>
          <p:spPr>
            <a:xfrm>
              <a:off x="334625" y="3431187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9"/>
            <p:cNvSpPr/>
            <p:nvPr/>
          </p:nvSpPr>
          <p:spPr>
            <a:xfrm>
              <a:off x="353784" y="3450345"/>
              <a:ext cx="1587826" cy="1222214"/>
            </a:xfrm>
            <a:custGeom>
              <a:avLst/>
              <a:gdLst/>
              <a:ahLst/>
              <a:cxnLst/>
              <a:rect l="l" t="t" r="r" b="b"/>
              <a:pathLst>
                <a:path w="32737" h="25199" extrusionOk="0">
                  <a:moveTo>
                    <a:pt x="1" y="1"/>
                  </a:moveTo>
                  <a:lnTo>
                    <a:pt x="1" y="25199"/>
                  </a:lnTo>
                  <a:lnTo>
                    <a:pt x="32737" y="25199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9"/>
            <p:cNvSpPr/>
            <p:nvPr/>
          </p:nvSpPr>
          <p:spPr>
            <a:xfrm>
              <a:off x="353784" y="3450345"/>
              <a:ext cx="1587826" cy="128338"/>
            </a:xfrm>
            <a:custGeom>
              <a:avLst/>
              <a:gdLst/>
              <a:ahLst/>
              <a:cxnLst/>
              <a:rect l="l" t="t" r="r" b="b"/>
              <a:pathLst>
                <a:path w="32737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2737" y="2645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1829539" y="3468049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1398"/>
                  </a:moveTo>
                  <a:lnTo>
                    <a:pt x="139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0"/>
                  </a:moveTo>
                  <a:lnTo>
                    <a:pt x="139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1705711" y="3468049"/>
              <a:ext cx="94386" cy="94386"/>
            </a:xfrm>
            <a:custGeom>
              <a:avLst/>
              <a:gdLst/>
              <a:ahLst/>
              <a:cxnLst/>
              <a:rect l="l" t="t" r="r" b="b"/>
              <a:pathLst>
                <a:path w="194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9"/>
            <p:cNvSpPr/>
            <p:nvPr/>
          </p:nvSpPr>
          <p:spPr>
            <a:xfrm>
              <a:off x="1724869" y="3487207"/>
              <a:ext cx="56069" cy="56069"/>
            </a:xfrm>
            <a:custGeom>
              <a:avLst/>
              <a:gdLst/>
              <a:ahLst/>
              <a:cxnLst/>
              <a:rect l="l" t="t" r="r" b="b"/>
              <a:pathLst>
                <a:path w="1156" h="1156" fill="none" extrusionOk="0">
                  <a:moveTo>
                    <a:pt x="1" y="1"/>
                  </a:moveTo>
                  <a:lnTo>
                    <a:pt x="1156" y="1"/>
                  </a:lnTo>
                  <a:lnTo>
                    <a:pt x="1156" y="1156"/>
                  </a:lnTo>
                  <a:lnTo>
                    <a:pt x="1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9"/>
            <p:cNvSpPr/>
            <p:nvPr/>
          </p:nvSpPr>
          <p:spPr>
            <a:xfrm>
              <a:off x="1580379" y="3468049"/>
              <a:ext cx="94434" cy="94386"/>
            </a:xfrm>
            <a:custGeom>
              <a:avLst/>
              <a:gdLst/>
              <a:ahLst/>
              <a:cxnLst/>
              <a:rect l="l" t="t" r="r" b="b"/>
              <a:pathLst>
                <a:path w="1947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9"/>
            <p:cNvSpPr/>
            <p:nvPr/>
          </p:nvSpPr>
          <p:spPr>
            <a:xfrm>
              <a:off x="1595124" y="3544732"/>
              <a:ext cx="64945" cy="49"/>
            </a:xfrm>
            <a:custGeom>
              <a:avLst/>
              <a:gdLst/>
              <a:ahLst/>
              <a:cxnLst/>
              <a:rect l="l" t="t" r="r" b="b"/>
              <a:pathLst>
                <a:path w="1339" h="1" fill="none" extrusionOk="0">
                  <a:moveTo>
                    <a:pt x="1" y="0"/>
                  </a:moveTo>
                  <a:lnTo>
                    <a:pt x="1338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719400" y="4293614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6"/>
                  </a:lnTo>
                  <a:lnTo>
                    <a:pt x="1" y="4986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9"/>
            <p:cNvSpPr/>
            <p:nvPr/>
          </p:nvSpPr>
          <p:spPr>
            <a:xfrm>
              <a:off x="738559" y="431131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1" y="1"/>
                  </a:moveTo>
                  <a:lnTo>
                    <a:pt x="16901" y="4287"/>
                  </a:lnTo>
                  <a:lnTo>
                    <a:pt x="1" y="428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630979" y="3709835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3" y="2432"/>
                  </a:lnTo>
                  <a:lnTo>
                    <a:pt x="1733" y="517"/>
                  </a:lnTo>
                  <a:close/>
                  <a:moveTo>
                    <a:pt x="1429" y="0"/>
                  </a:moveTo>
                  <a:lnTo>
                    <a:pt x="0" y="3830"/>
                  </a:lnTo>
                  <a:lnTo>
                    <a:pt x="517" y="3830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8" y="3830"/>
                  </a:lnTo>
                  <a:lnTo>
                    <a:pt x="3465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827028" y="3709835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7" y="1794"/>
                  </a:lnTo>
                  <a:lnTo>
                    <a:pt x="517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7" y="3830"/>
                  </a:lnTo>
                  <a:lnTo>
                    <a:pt x="517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2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97"/>
                  </a:lnTo>
                  <a:cubicBezTo>
                    <a:pt x="2341" y="2584"/>
                    <a:pt x="2220" y="2402"/>
                    <a:pt x="2128" y="2280"/>
                  </a:cubicBezTo>
                  <a:cubicBezTo>
                    <a:pt x="2007" y="2158"/>
                    <a:pt x="1916" y="2067"/>
                    <a:pt x="1794" y="2037"/>
                  </a:cubicBezTo>
                  <a:cubicBezTo>
                    <a:pt x="2007" y="1976"/>
                    <a:pt x="2159" y="1854"/>
                    <a:pt x="2280" y="1702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6"/>
                    <a:pt x="2128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9"/>
            <p:cNvSpPr/>
            <p:nvPr/>
          </p:nvSpPr>
          <p:spPr>
            <a:xfrm>
              <a:off x="1002464" y="3709835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405"/>
                  </a:lnTo>
                  <a:lnTo>
                    <a:pt x="517" y="3405"/>
                  </a:lnTo>
                  <a:lnTo>
                    <a:pt x="517" y="2006"/>
                  </a:lnTo>
                  <a:lnTo>
                    <a:pt x="2341" y="2006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9"/>
            <p:cNvSpPr/>
            <p:nvPr/>
          </p:nvSpPr>
          <p:spPr>
            <a:xfrm>
              <a:off x="1217721" y="3709835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8" y="2006"/>
                  </a:lnTo>
                  <a:lnTo>
                    <a:pt x="1368" y="3830"/>
                  </a:lnTo>
                  <a:lnTo>
                    <a:pt x="1885" y="3830"/>
                  </a:lnTo>
                  <a:lnTo>
                    <a:pt x="1885" y="2006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9"/>
            <p:cNvSpPr/>
            <p:nvPr/>
          </p:nvSpPr>
          <p:spPr>
            <a:xfrm>
              <a:off x="1373998" y="3706876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63" y="426"/>
                  </a:moveTo>
                  <a:cubicBezTo>
                    <a:pt x="2128" y="426"/>
                    <a:pt x="2432" y="578"/>
                    <a:pt x="2645" y="852"/>
                  </a:cubicBezTo>
                  <a:cubicBezTo>
                    <a:pt x="2888" y="1125"/>
                    <a:pt x="2979" y="1490"/>
                    <a:pt x="2979" y="1976"/>
                  </a:cubicBezTo>
                  <a:cubicBezTo>
                    <a:pt x="2979" y="2463"/>
                    <a:pt x="2888" y="2858"/>
                    <a:pt x="2645" y="3131"/>
                  </a:cubicBezTo>
                  <a:cubicBezTo>
                    <a:pt x="2432" y="3405"/>
                    <a:pt x="2128" y="3526"/>
                    <a:pt x="1763" y="3526"/>
                  </a:cubicBezTo>
                  <a:cubicBezTo>
                    <a:pt x="1399" y="3526"/>
                    <a:pt x="1095" y="3405"/>
                    <a:pt x="882" y="3131"/>
                  </a:cubicBezTo>
                  <a:cubicBezTo>
                    <a:pt x="639" y="2858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78"/>
                    <a:pt x="1399" y="426"/>
                    <a:pt x="1763" y="426"/>
                  </a:cubicBezTo>
                  <a:close/>
                  <a:moveTo>
                    <a:pt x="1763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2" y="912"/>
                    <a:pt x="0" y="1368"/>
                    <a:pt x="0" y="1976"/>
                  </a:cubicBezTo>
                  <a:cubicBezTo>
                    <a:pt x="0" y="2584"/>
                    <a:pt x="152" y="3070"/>
                    <a:pt x="487" y="3435"/>
                  </a:cubicBezTo>
                  <a:cubicBezTo>
                    <a:pt x="791" y="3770"/>
                    <a:pt x="1216" y="3952"/>
                    <a:pt x="1763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4" y="3070"/>
                    <a:pt x="3526" y="2584"/>
                    <a:pt x="3526" y="1976"/>
                  </a:cubicBezTo>
                  <a:cubicBezTo>
                    <a:pt x="3526" y="1368"/>
                    <a:pt x="3374" y="912"/>
                    <a:pt x="3040" y="548"/>
                  </a:cubicBezTo>
                  <a:cubicBezTo>
                    <a:pt x="2736" y="183"/>
                    <a:pt x="2311" y="1"/>
                    <a:pt x="1763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9"/>
            <p:cNvSpPr/>
            <p:nvPr/>
          </p:nvSpPr>
          <p:spPr>
            <a:xfrm>
              <a:off x="1581882" y="3709835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69"/>
                    <a:pt x="973" y="3891"/>
                    <a:pt x="1459" y="3891"/>
                  </a:cubicBezTo>
                  <a:cubicBezTo>
                    <a:pt x="1915" y="3891"/>
                    <a:pt x="2280" y="3769"/>
                    <a:pt x="2523" y="3526"/>
                  </a:cubicBezTo>
                  <a:cubicBezTo>
                    <a:pt x="2797" y="3253"/>
                    <a:pt x="2918" y="2888"/>
                    <a:pt x="2918" y="2402"/>
                  </a:cubicBezTo>
                  <a:lnTo>
                    <a:pt x="2918" y="0"/>
                  </a:lnTo>
                  <a:lnTo>
                    <a:pt x="2402" y="0"/>
                  </a:lnTo>
                  <a:lnTo>
                    <a:pt x="2402" y="2341"/>
                  </a:lnTo>
                  <a:cubicBezTo>
                    <a:pt x="2402" y="2736"/>
                    <a:pt x="2310" y="3040"/>
                    <a:pt x="2158" y="3222"/>
                  </a:cubicBezTo>
                  <a:cubicBezTo>
                    <a:pt x="2006" y="3405"/>
                    <a:pt x="1794" y="3465"/>
                    <a:pt x="1459" y="3465"/>
                  </a:cubicBezTo>
                  <a:cubicBezTo>
                    <a:pt x="1125" y="3465"/>
                    <a:pt x="882" y="3405"/>
                    <a:pt x="730" y="3222"/>
                  </a:cubicBezTo>
                  <a:cubicBezTo>
                    <a:pt x="578" y="3040"/>
                    <a:pt x="517" y="2736"/>
                    <a:pt x="517" y="234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9"/>
            <p:cNvSpPr/>
            <p:nvPr/>
          </p:nvSpPr>
          <p:spPr>
            <a:xfrm>
              <a:off x="719400" y="3945704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429" y="426"/>
                    <a:pt x="1612" y="487"/>
                    <a:pt x="1733" y="609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33" y="1612"/>
                  </a:cubicBezTo>
                  <a:cubicBezTo>
                    <a:pt x="1612" y="1733"/>
                    <a:pt x="142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80" y="3830"/>
                  </a:lnTo>
                  <a:lnTo>
                    <a:pt x="2432" y="2797"/>
                  </a:lnTo>
                  <a:cubicBezTo>
                    <a:pt x="2341" y="2584"/>
                    <a:pt x="2250" y="2402"/>
                    <a:pt x="2128" y="2280"/>
                  </a:cubicBezTo>
                  <a:cubicBezTo>
                    <a:pt x="2037" y="2159"/>
                    <a:pt x="1916" y="2068"/>
                    <a:pt x="1825" y="2037"/>
                  </a:cubicBezTo>
                  <a:cubicBezTo>
                    <a:pt x="2037" y="1976"/>
                    <a:pt x="2189" y="1855"/>
                    <a:pt x="2280" y="1703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7"/>
                    <a:pt x="2128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9"/>
            <p:cNvSpPr/>
            <p:nvPr/>
          </p:nvSpPr>
          <p:spPr>
            <a:xfrm>
              <a:off x="896339" y="3945704"/>
              <a:ext cx="117958" cy="185813"/>
            </a:xfrm>
            <a:custGeom>
              <a:avLst/>
              <a:gdLst/>
              <a:ahLst/>
              <a:cxnLst/>
              <a:rect l="l" t="t" r="r" b="b"/>
              <a:pathLst>
                <a:path w="2432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2432" y="3830"/>
                  </a:lnTo>
                  <a:lnTo>
                    <a:pt x="2432" y="3405"/>
                  </a:lnTo>
                  <a:lnTo>
                    <a:pt x="517" y="3405"/>
                  </a:lnTo>
                  <a:lnTo>
                    <a:pt x="517" y="2007"/>
                  </a:lnTo>
                  <a:lnTo>
                    <a:pt x="2310" y="2007"/>
                  </a:lnTo>
                  <a:lnTo>
                    <a:pt x="2310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02" y="457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9"/>
            <p:cNvSpPr/>
            <p:nvPr/>
          </p:nvSpPr>
          <p:spPr>
            <a:xfrm>
              <a:off x="1033458" y="3945704"/>
              <a:ext cx="169565" cy="185813"/>
            </a:xfrm>
            <a:custGeom>
              <a:avLst/>
              <a:gdLst/>
              <a:ahLst/>
              <a:cxnLst/>
              <a:rect l="l" t="t" r="r" b="b"/>
              <a:pathLst>
                <a:path w="349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4" y="2432"/>
                  </a:lnTo>
                  <a:lnTo>
                    <a:pt x="1733" y="517"/>
                  </a:lnTo>
                  <a:close/>
                  <a:moveTo>
                    <a:pt x="1459" y="1"/>
                  </a:moveTo>
                  <a:lnTo>
                    <a:pt x="0" y="3830"/>
                  </a:lnTo>
                  <a:lnTo>
                    <a:pt x="547" y="3830"/>
                  </a:lnTo>
                  <a:lnTo>
                    <a:pt x="882" y="2858"/>
                  </a:lnTo>
                  <a:lnTo>
                    <a:pt x="2614" y="2858"/>
                  </a:lnTo>
                  <a:lnTo>
                    <a:pt x="2948" y="3830"/>
                  </a:lnTo>
                  <a:lnTo>
                    <a:pt x="3496" y="3830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1229507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5" y="426"/>
                  </a:moveTo>
                  <a:cubicBezTo>
                    <a:pt x="1672" y="426"/>
                    <a:pt x="2037" y="548"/>
                    <a:pt x="2280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0" y="3040"/>
                  </a:cubicBezTo>
                  <a:cubicBezTo>
                    <a:pt x="2037" y="3283"/>
                    <a:pt x="1672" y="3405"/>
                    <a:pt x="1125" y="3405"/>
                  </a:cubicBezTo>
                  <a:lnTo>
                    <a:pt x="517" y="3405"/>
                  </a:lnTo>
                  <a:lnTo>
                    <a:pt x="517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1065" y="3830"/>
                  </a:lnTo>
                  <a:cubicBezTo>
                    <a:pt x="1794" y="3830"/>
                    <a:pt x="2341" y="3678"/>
                    <a:pt x="2676" y="3375"/>
                  </a:cubicBezTo>
                  <a:cubicBezTo>
                    <a:pt x="3040" y="3040"/>
                    <a:pt x="3192" y="2584"/>
                    <a:pt x="3192" y="1916"/>
                  </a:cubicBezTo>
                  <a:cubicBezTo>
                    <a:pt x="3192" y="1277"/>
                    <a:pt x="3040" y="791"/>
                    <a:pt x="2676" y="487"/>
                  </a:cubicBezTo>
                  <a:cubicBezTo>
                    <a:pt x="2341" y="18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9"/>
            <p:cNvSpPr/>
            <p:nvPr/>
          </p:nvSpPr>
          <p:spPr>
            <a:xfrm>
              <a:off x="1385784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0"/>
                  </a:lnTo>
                  <a:lnTo>
                    <a:pt x="1855" y="3830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9"/>
            <p:cNvSpPr/>
            <p:nvPr/>
          </p:nvSpPr>
          <p:spPr>
            <a:xfrm>
              <a:off x="1558261" y="3942745"/>
              <a:ext cx="98848" cy="188772"/>
            </a:xfrm>
            <a:custGeom>
              <a:avLst/>
              <a:gdLst/>
              <a:ahLst/>
              <a:cxnLst/>
              <a:rect l="l" t="t" r="r" b="b"/>
              <a:pathLst>
                <a:path w="2038" h="3892" extrusionOk="0">
                  <a:moveTo>
                    <a:pt x="1004" y="1"/>
                  </a:moveTo>
                  <a:cubicBezTo>
                    <a:pt x="822" y="1"/>
                    <a:pt x="670" y="31"/>
                    <a:pt x="487" y="92"/>
                  </a:cubicBezTo>
                  <a:cubicBezTo>
                    <a:pt x="335" y="122"/>
                    <a:pt x="183" y="183"/>
                    <a:pt x="1" y="305"/>
                  </a:cubicBezTo>
                  <a:lnTo>
                    <a:pt x="1" y="761"/>
                  </a:lnTo>
                  <a:cubicBezTo>
                    <a:pt x="183" y="670"/>
                    <a:pt x="335" y="578"/>
                    <a:pt x="487" y="518"/>
                  </a:cubicBezTo>
                  <a:cubicBezTo>
                    <a:pt x="639" y="457"/>
                    <a:pt x="791" y="426"/>
                    <a:pt x="913" y="426"/>
                  </a:cubicBezTo>
                  <a:cubicBezTo>
                    <a:pt x="1095" y="426"/>
                    <a:pt x="1247" y="457"/>
                    <a:pt x="1369" y="578"/>
                  </a:cubicBezTo>
                  <a:cubicBezTo>
                    <a:pt x="1460" y="670"/>
                    <a:pt x="1521" y="791"/>
                    <a:pt x="1521" y="943"/>
                  </a:cubicBezTo>
                  <a:cubicBezTo>
                    <a:pt x="1521" y="1004"/>
                    <a:pt x="1521" y="1095"/>
                    <a:pt x="1460" y="1186"/>
                  </a:cubicBezTo>
                  <a:cubicBezTo>
                    <a:pt x="1430" y="1247"/>
                    <a:pt x="1338" y="1338"/>
                    <a:pt x="1247" y="1429"/>
                  </a:cubicBezTo>
                  <a:lnTo>
                    <a:pt x="1034" y="1673"/>
                  </a:lnTo>
                  <a:cubicBezTo>
                    <a:pt x="882" y="1794"/>
                    <a:pt x="761" y="1946"/>
                    <a:pt x="730" y="2037"/>
                  </a:cubicBezTo>
                  <a:cubicBezTo>
                    <a:pt x="670" y="2159"/>
                    <a:pt x="639" y="2311"/>
                    <a:pt x="639" y="2463"/>
                  </a:cubicBezTo>
                  <a:lnTo>
                    <a:pt x="639" y="2858"/>
                  </a:lnTo>
                  <a:lnTo>
                    <a:pt x="1126" y="2858"/>
                  </a:lnTo>
                  <a:lnTo>
                    <a:pt x="1126" y="2554"/>
                  </a:lnTo>
                  <a:cubicBezTo>
                    <a:pt x="1126" y="2463"/>
                    <a:pt x="1156" y="2402"/>
                    <a:pt x="1156" y="2341"/>
                  </a:cubicBezTo>
                  <a:cubicBezTo>
                    <a:pt x="1156" y="2280"/>
                    <a:pt x="1156" y="2250"/>
                    <a:pt x="1156" y="2220"/>
                  </a:cubicBezTo>
                  <a:cubicBezTo>
                    <a:pt x="1186" y="2159"/>
                    <a:pt x="1217" y="2129"/>
                    <a:pt x="1247" y="2068"/>
                  </a:cubicBezTo>
                  <a:cubicBezTo>
                    <a:pt x="1278" y="2037"/>
                    <a:pt x="1338" y="1977"/>
                    <a:pt x="1399" y="1885"/>
                  </a:cubicBezTo>
                  <a:lnTo>
                    <a:pt x="1642" y="1673"/>
                  </a:lnTo>
                  <a:cubicBezTo>
                    <a:pt x="1794" y="1521"/>
                    <a:pt x="1885" y="1399"/>
                    <a:pt x="1946" y="1277"/>
                  </a:cubicBezTo>
                  <a:cubicBezTo>
                    <a:pt x="2007" y="1156"/>
                    <a:pt x="2037" y="1034"/>
                    <a:pt x="2037" y="913"/>
                  </a:cubicBezTo>
                  <a:cubicBezTo>
                    <a:pt x="2037" y="639"/>
                    <a:pt x="1946" y="426"/>
                    <a:pt x="1764" y="244"/>
                  </a:cubicBezTo>
                  <a:cubicBezTo>
                    <a:pt x="1582" y="92"/>
                    <a:pt x="1308" y="1"/>
                    <a:pt x="1004" y="1"/>
                  </a:cubicBezTo>
                  <a:close/>
                  <a:moveTo>
                    <a:pt x="639" y="3223"/>
                  </a:moveTo>
                  <a:lnTo>
                    <a:pt x="639" y="3891"/>
                  </a:lnTo>
                  <a:lnTo>
                    <a:pt x="1156" y="3891"/>
                  </a:lnTo>
                  <a:lnTo>
                    <a:pt x="1156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9"/>
            <p:cNvSpPr/>
            <p:nvPr/>
          </p:nvSpPr>
          <p:spPr>
            <a:xfrm>
              <a:off x="1054071" y="4329021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520" y="274"/>
                    <a:pt x="1703" y="365"/>
                    <a:pt x="1855" y="578"/>
                  </a:cubicBezTo>
                  <a:cubicBezTo>
                    <a:pt x="2007" y="760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520" y="2463"/>
                    <a:pt x="1247" y="2463"/>
                  </a:cubicBezTo>
                  <a:cubicBezTo>
                    <a:pt x="973" y="2463"/>
                    <a:pt x="79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0"/>
                    <a:pt x="609" y="578"/>
                  </a:cubicBezTo>
                  <a:cubicBezTo>
                    <a:pt x="791" y="365"/>
                    <a:pt x="973" y="274"/>
                    <a:pt x="1247" y="274"/>
                  </a:cubicBezTo>
                  <a:close/>
                  <a:moveTo>
                    <a:pt x="1247" y="0"/>
                  </a:moveTo>
                  <a:cubicBezTo>
                    <a:pt x="882" y="0"/>
                    <a:pt x="578" y="122"/>
                    <a:pt x="335" y="365"/>
                  </a:cubicBezTo>
                  <a:cubicBezTo>
                    <a:pt x="122" y="608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4"/>
                    <a:pt x="882" y="2736"/>
                    <a:pt x="1247" y="2736"/>
                  </a:cubicBezTo>
                  <a:cubicBezTo>
                    <a:pt x="1612" y="2736"/>
                    <a:pt x="1916" y="2614"/>
                    <a:pt x="2128" y="2371"/>
                  </a:cubicBezTo>
                  <a:cubicBezTo>
                    <a:pt x="2371" y="2128"/>
                    <a:pt x="2463" y="1794"/>
                    <a:pt x="2463" y="1368"/>
                  </a:cubicBezTo>
                  <a:cubicBezTo>
                    <a:pt x="2463" y="943"/>
                    <a:pt x="2371" y="608"/>
                    <a:pt x="2128" y="365"/>
                  </a:cubicBezTo>
                  <a:cubicBezTo>
                    <a:pt x="1916" y="122"/>
                    <a:pt x="1612" y="0"/>
                    <a:pt x="1247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39"/>
            <p:cNvSpPr/>
            <p:nvPr/>
          </p:nvSpPr>
          <p:spPr>
            <a:xfrm>
              <a:off x="1201521" y="4330476"/>
              <a:ext cx="101758" cy="129793"/>
            </a:xfrm>
            <a:custGeom>
              <a:avLst/>
              <a:gdLst/>
              <a:ahLst/>
              <a:cxnLst/>
              <a:rect l="l" t="t" r="r" b="b"/>
              <a:pathLst>
                <a:path w="2098" h="2676" extrusionOk="0">
                  <a:moveTo>
                    <a:pt x="0" y="1"/>
                  </a:moveTo>
                  <a:lnTo>
                    <a:pt x="0" y="2676"/>
                  </a:lnTo>
                  <a:lnTo>
                    <a:pt x="365" y="2676"/>
                  </a:lnTo>
                  <a:lnTo>
                    <a:pt x="365" y="1399"/>
                  </a:lnTo>
                  <a:lnTo>
                    <a:pt x="1642" y="2676"/>
                  </a:lnTo>
                  <a:lnTo>
                    <a:pt x="2097" y="2676"/>
                  </a:lnTo>
                  <a:lnTo>
                    <a:pt x="699" y="1247"/>
                  </a:lnTo>
                  <a:lnTo>
                    <a:pt x="2006" y="1"/>
                  </a:lnTo>
                  <a:lnTo>
                    <a:pt x="1550" y="1"/>
                  </a:lnTo>
                  <a:lnTo>
                    <a:pt x="365" y="1126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39"/>
            <p:cNvSpPr/>
            <p:nvPr/>
          </p:nvSpPr>
          <p:spPr>
            <a:xfrm>
              <a:off x="408350" y="350491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0"/>
                  </a:moveTo>
                  <a:lnTo>
                    <a:pt x="0" y="25989"/>
                  </a:lnTo>
                  <a:lnTo>
                    <a:pt x="33496" y="25989"/>
                  </a:lnTo>
                  <a:lnTo>
                    <a:pt x="334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39"/>
            <p:cNvSpPr/>
            <p:nvPr/>
          </p:nvSpPr>
          <p:spPr>
            <a:xfrm>
              <a:off x="424550" y="3524069"/>
              <a:ext cx="1589330" cy="1222214"/>
            </a:xfrm>
            <a:custGeom>
              <a:avLst/>
              <a:gdLst/>
              <a:ahLst/>
              <a:cxnLst/>
              <a:rect l="l" t="t" r="r" b="b"/>
              <a:pathLst>
                <a:path w="32768" h="25199" extrusionOk="0">
                  <a:moveTo>
                    <a:pt x="1" y="0"/>
                  </a:moveTo>
                  <a:lnTo>
                    <a:pt x="1" y="25198"/>
                  </a:lnTo>
                  <a:lnTo>
                    <a:pt x="32767" y="25198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39"/>
            <p:cNvSpPr/>
            <p:nvPr/>
          </p:nvSpPr>
          <p:spPr>
            <a:xfrm>
              <a:off x="427508" y="3524069"/>
              <a:ext cx="1587826" cy="128289"/>
            </a:xfrm>
            <a:custGeom>
              <a:avLst/>
              <a:gdLst/>
              <a:ahLst/>
              <a:cxnLst/>
              <a:rect l="l" t="t" r="r" b="b"/>
              <a:pathLst>
                <a:path w="3273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37" y="2645"/>
                  </a:lnTo>
                  <a:lnTo>
                    <a:pt x="32737" y="0"/>
                  </a:ln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39"/>
            <p:cNvSpPr/>
            <p:nvPr/>
          </p:nvSpPr>
          <p:spPr>
            <a:xfrm>
              <a:off x="1903264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39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399"/>
                  </a:moveTo>
                  <a:lnTo>
                    <a:pt x="1429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39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"/>
                  </a:moveTo>
                  <a:lnTo>
                    <a:pt x="1429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39"/>
            <p:cNvSpPr/>
            <p:nvPr/>
          </p:nvSpPr>
          <p:spPr>
            <a:xfrm>
              <a:off x="1777932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39"/>
            <p:cNvSpPr/>
            <p:nvPr/>
          </p:nvSpPr>
          <p:spPr>
            <a:xfrm>
              <a:off x="1795635" y="3560932"/>
              <a:ext cx="57572" cy="56069"/>
            </a:xfrm>
            <a:custGeom>
              <a:avLst/>
              <a:gdLst/>
              <a:ahLst/>
              <a:cxnLst/>
              <a:rect l="l" t="t" r="r" b="b"/>
              <a:pathLst>
                <a:path w="1187" h="1156" fill="none" extrusionOk="0">
                  <a:moveTo>
                    <a:pt x="1" y="0"/>
                  </a:moveTo>
                  <a:lnTo>
                    <a:pt x="1186" y="0"/>
                  </a:lnTo>
                  <a:lnTo>
                    <a:pt x="1186" y="1155"/>
                  </a:lnTo>
                  <a:lnTo>
                    <a:pt x="1" y="115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39"/>
            <p:cNvSpPr/>
            <p:nvPr/>
          </p:nvSpPr>
          <p:spPr>
            <a:xfrm>
              <a:off x="1795635" y="3575676"/>
              <a:ext cx="57572" cy="49"/>
            </a:xfrm>
            <a:custGeom>
              <a:avLst/>
              <a:gdLst/>
              <a:ahLst/>
              <a:cxnLst/>
              <a:rect l="l" t="t" r="r" b="b"/>
              <a:pathLst>
                <a:path w="1187" h="1" fill="none" extrusionOk="0">
                  <a:moveTo>
                    <a:pt x="1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39"/>
            <p:cNvSpPr/>
            <p:nvPr/>
          </p:nvSpPr>
          <p:spPr>
            <a:xfrm>
              <a:off x="1652648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39"/>
            <p:cNvSpPr/>
            <p:nvPr/>
          </p:nvSpPr>
          <p:spPr>
            <a:xfrm>
              <a:off x="1668848" y="361840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39"/>
            <p:cNvSpPr/>
            <p:nvPr/>
          </p:nvSpPr>
          <p:spPr>
            <a:xfrm>
              <a:off x="793125" y="4365883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39"/>
            <p:cNvSpPr/>
            <p:nvPr/>
          </p:nvSpPr>
          <p:spPr>
            <a:xfrm>
              <a:off x="810828" y="4382083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0" y="1"/>
                  </a:moveTo>
                  <a:lnTo>
                    <a:pt x="16900" y="4317"/>
                  </a:lnTo>
                  <a:lnTo>
                    <a:pt x="0" y="431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39"/>
            <p:cNvSpPr/>
            <p:nvPr/>
          </p:nvSpPr>
          <p:spPr>
            <a:xfrm>
              <a:off x="703200" y="3783559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33" y="517"/>
                  </a:moveTo>
                  <a:lnTo>
                    <a:pt x="2432" y="2401"/>
                  </a:lnTo>
                  <a:lnTo>
                    <a:pt x="1034" y="2401"/>
                  </a:lnTo>
                  <a:lnTo>
                    <a:pt x="173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39"/>
            <p:cNvSpPr/>
            <p:nvPr/>
          </p:nvSpPr>
          <p:spPr>
            <a:xfrm>
              <a:off x="899298" y="3783559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55" y="426"/>
                  </a:moveTo>
                  <a:cubicBezTo>
                    <a:pt x="1429" y="426"/>
                    <a:pt x="1611" y="486"/>
                    <a:pt x="1733" y="578"/>
                  </a:cubicBezTo>
                  <a:cubicBezTo>
                    <a:pt x="1854" y="699"/>
                    <a:pt x="1915" y="882"/>
                    <a:pt x="1915" y="1094"/>
                  </a:cubicBezTo>
                  <a:cubicBezTo>
                    <a:pt x="1915" y="1307"/>
                    <a:pt x="1854" y="1489"/>
                    <a:pt x="1733" y="1611"/>
                  </a:cubicBezTo>
                  <a:cubicBezTo>
                    <a:pt x="1611" y="1702"/>
                    <a:pt x="1429" y="1763"/>
                    <a:pt x="1155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277" y="2189"/>
                    <a:pt x="1459" y="2249"/>
                    <a:pt x="1550" y="2310"/>
                  </a:cubicBezTo>
                  <a:cubicBezTo>
                    <a:pt x="1672" y="2401"/>
                    <a:pt x="1793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3"/>
                    <a:pt x="2249" y="2371"/>
                    <a:pt x="2128" y="2249"/>
                  </a:cubicBezTo>
                  <a:cubicBezTo>
                    <a:pt x="2037" y="2128"/>
                    <a:pt x="1915" y="2067"/>
                    <a:pt x="1824" y="2006"/>
                  </a:cubicBezTo>
                  <a:cubicBezTo>
                    <a:pt x="2037" y="1945"/>
                    <a:pt x="2189" y="1854"/>
                    <a:pt x="2310" y="1702"/>
                  </a:cubicBezTo>
                  <a:cubicBezTo>
                    <a:pt x="2401" y="1520"/>
                    <a:pt x="2462" y="1338"/>
                    <a:pt x="2462" y="1094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15" y="91"/>
                    <a:pt x="1611" y="0"/>
                    <a:pt x="1155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39"/>
            <p:cNvSpPr/>
            <p:nvPr/>
          </p:nvSpPr>
          <p:spPr>
            <a:xfrm>
              <a:off x="1076189" y="3783559"/>
              <a:ext cx="118007" cy="184310"/>
            </a:xfrm>
            <a:custGeom>
              <a:avLst/>
              <a:gdLst/>
              <a:ahLst/>
              <a:cxnLst/>
              <a:rect l="l" t="t" r="r" b="b"/>
              <a:pathLst>
                <a:path w="243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32" y="3800"/>
                  </a:lnTo>
                  <a:lnTo>
                    <a:pt x="2432" y="3374"/>
                  </a:lnTo>
                  <a:lnTo>
                    <a:pt x="517" y="3374"/>
                  </a:lnTo>
                  <a:lnTo>
                    <a:pt x="517" y="2006"/>
                  </a:lnTo>
                  <a:lnTo>
                    <a:pt x="2311" y="2006"/>
                  </a:lnTo>
                  <a:lnTo>
                    <a:pt x="2311" y="1550"/>
                  </a:lnTo>
                  <a:lnTo>
                    <a:pt x="517" y="1550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39"/>
            <p:cNvSpPr/>
            <p:nvPr/>
          </p:nvSpPr>
          <p:spPr>
            <a:xfrm>
              <a:off x="1291446" y="3783559"/>
              <a:ext cx="154820" cy="184310"/>
            </a:xfrm>
            <a:custGeom>
              <a:avLst/>
              <a:gdLst/>
              <a:ahLst/>
              <a:cxnLst/>
              <a:rect l="l" t="t" r="r" b="b"/>
              <a:pathLst>
                <a:path w="3192" h="3800" extrusionOk="0">
                  <a:moveTo>
                    <a:pt x="0" y="0"/>
                  </a:moveTo>
                  <a:lnTo>
                    <a:pt x="1338" y="2006"/>
                  </a:lnTo>
                  <a:lnTo>
                    <a:pt x="1338" y="3800"/>
                  </a:lnTo>
                  <a:lnTo>
                    <a:pt x="1854" y="3800"/>
                  </a:lnTo>
                  <a:lnTo>
                    <a:pt x="1854" y="2006"/>
                  </a:lnTo>
                  <a:lnTo>
                    <a:pt x="3192" y="0"/>
                  </a:lnTo>
                  <a:lnTo>
                    <a:pt x="2645" y="0"/>
                  </a:lnTo>
                  <a:lnTo>
                    <a:pt x="1611" y="155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39"/>
            <p:cNvSpPr/>
            <p:nvPr/>
          </p:nvSpPr>
          <p:spPr>
            <a:xfrm>
              <a:off x="1446219" y="3780600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94" y="395"/>
                  </a:moveTo>
                  <a:cubicBezTo>
                    <a:pt x="2159" y="395"/>
                    <a:pt x="2463" y="547"/>
                    <a:pt x="2676" y="821"/>
                  </a:cubicBezTo>
                  <a:cubicBezTo>
                    <a:pt x="2888" y="1095"/>
                    <a:pt x="3010" y="1490"/>
                    <a:pt x="3010" y="1976"/>
                  </a:cubicBezTo>
                  <a:cubicBezTo>
                    <a:pt x="3010" y="2432"/>
                    <a:pt x="2888" y="2827"/>
                    <a:pt x="2676" y="3101"/>
                  </a:cubicBezTo>
                  <a:cubicBezTo>
                    <a:pt x="2463" y="3374"/>
                    <a:pt x="2159" y="3526"/>
                    <a:pt x="1794" y="3526"/>
                  </a:cubicBezTo>
                  <a:cubicBezTo>
                    <a:pt x="1399" y="3526"/>
                    <a:pt x="1095" y="3374"/>
                    <a:pt x="882" y="3101"/>
                  </a:cubicBezTo>
                  <a:cubicBezTo>
                    <a:pt x="670" y="2827"/>
                    <a:pt x="548" y="2432"/>
                    <a:pt x="548" y="1976"/>
                  </a:cubicBezTo>
                  <a:cubicBezTo>
                    <a:pt x="548" y="1490"/>
                    <a:pt x="670" y="1095"/>
                    <a:pt x="882" y="821"/>
                  </a:cubicBezTo>
                  <a:cubicBezTo>
                    <a:pt x="1095" y="547"/>
                    <a:pt x="1399" y="395"/>
                    <a:pt x="1794" y="395"/>
                  </a:cubicBezTo>
                  <a:close/>
                  <a:moveTo>
                    <a:pt x="1794" y="0"/>
                  </a:moveTo>
                  <a:cubicBezTo>
                    <a:pt x="1247" y="0"/>
                    <a:pt x="822" y="183"/>
                    <a:pt x="487" y="517"/>
                  </a:cubicBezTo>
                  <a:cubicBezTo>
                    <a:pt x="183" y="882"/>
                    <a:pt x="1" y="1368"/>
                    <a:pt x="1" y="1976"/>
                  </a:cubicBezTo>
                  <a:cubicBezTo>
                    <a:pt x="1" y="2584"/>
                    <a:pt x="183" y="3040"/>
                    <a:pt x="487" y="3405"/>
                  </a:cubicBezTo>
                  <a:cubicBezTo>
                    <a:pt x="822" y="3769"/>
                    <a:pt x="1247" y="3952"/>
                    <a:pt x="1794" y="3952"/>
                  </a:cubicBezTo>
                  <a:cubicBezTo>
                    <a:pt x="2311" y="3952"/>
                    <a:pt x="2736" y="3769"/>
                    <a:pt x="3071" y="3405"/>
                  </a:cubicBezTo>
                  <a:cubicBezTo>
                    <a:pt x="3375" y="3040"/>
                    <a:pt x="3527" y="2554"/>
                    <a:pt x="3527" y="1976"/>
                  </a:cubicBezTo>
                  <a:cubicBezTo>
                    <a:pt x="3527" y="1368"/>
                    <a:pt x="3375" y="882"/>
                    <a:pt x="3071" y="517"/>
                  </a:cubicBezTo>
                  <a:cubicBezTo>
                    <a:pt x="2736" y="183"/>
                    <a:pt x="2311" y="0"/>
                    <a:pt x="179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39"/>
            <p:cNvSpPr/>
            <p:nvPr/>
          </p:nvSpPr>
          <p:spPr>
            <a:xfrm>
              <a:off x="1654103" y="3783559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1" y="0"/>
                  </a:moveTo>
                  <a:lnTo>
                    <a:pt x="1" y="2371"/>
                  </a:lnTo>
                  <a:cubicBezTo>
                    <a:pt x="1" y="2888"/>
                    <a:pt x="122" y="3252"/>
                    <a:pt x="365" y="3496"/>
                  </a:cubicBezTo>
                  <a:cubicBezTo>
                    <a:pt x="609" y="3769"/>
                    <a:pt x="973" y="3891"/>
                    <a:pt x="1460" y="3891"/>
                  </a:cubicBezTo>
                  <a:cubicBezTo>
                    <a:pt x="1946" y="3891"/>
                    <a:pt x="2311" y="3769"/>
                    <a:pt x="2554" y="3496"/>
                  </a:cubicBezTo>
                  <a:cubicBezTo>
                    <a:pt x="2797" y="3252"/>
                    <a:pt x="2919" y="2888"/>
                    <a:pt x="2919" y="2371"/>
                  </a:cubicBezTo>
                  <a:lnTo>
                    <a:pt x="2919" y="0"/>
                  </a:lnTo>
                  <a:lnTo>
                    <a:pt x="2402" y="0"/>
                  </a:lnTo>
                  <a:lnTo>
                    <a:pt x="2402" y="2310"/>
                  </a:lnTo>
                  <a:cubicBezTo>
                    <a:pt x="2402" y="2705"/>
                    <a:pt x="2341" y="3009"/>
                    <a:pt x="2189" y="3192"/>
                  </a:cubicBezTo>
                  <a:cubicBezTo>
                    <a:pt x="2037" y="3374"/>
                    <a:pt x="1794" y="3465"/>
                    <a:pt x="1460" y="3465"/>
                  </a:cubicBezTo>
                  <a:cubicBezTo>
                    <a:pt x="1125" y="3465"/>
                    <a:pt x="882" y="3374"/>
                    <a:pt x="730" y="3192"/>
                  </a:cubicBezTo>
                  <a:cubicBezTo>
                    <a:pt x="609" y="3009"/>
                    <a:pt x="517" y="2705"/>
                    <a:pt x="517" y="2310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39"/>
            <p:cNvSpPr/>
            <p:nvPr/>
          </p:nvSpPr>
          <p:spPr>
            <a:xfrm>
              <a:off x="791670" y="4019428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86" y="426"/>
                  </a:moveTo>
                  <a:cubicBezTo>
                    <a:pt x="1429" y="426"/>
                    <a:pt x="1611" y="487"/>
                    <a:pt x="1733" y="578"/>
                  </a:cubicBezTo>
                  <a:cubicBezTo>
                    <a:pt x="1854" y="699"/>
                    <a:pt x="1945" y="882"/>
                    <a:pt x="1945" y="1095"/>
                  </a:cubicBezTo>
                  <a:cubicBezTo>
                    <a:pt x="1945" y="1307"/>
                    <a:pt x="1854" y="1490"/>
                    <a:pt x="1733" y="1611"/>
                  </a:cubicBezTo>
                  <a:cubicBezTo>
                    <a:pt x="1611" y="1703"/>
                    <a:pt x="1429" y="1763"/>
                    <a:pt x="1186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307" y="2189"/>
                    <a:pt x="1459" y="2250"/>
                    <a:pt x="1581" y="2310"/>
                  </a:cubicBezTo>
                  <a:cubicBezTo>
                    <a:pt x="1702" y="2402"/>
                    <a:pt x="1824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4"/>
                    <a:pt x="2249" y="2371"/>
                    <a:pt x="2158" y="2250"/>
                  </a:cubicBezTo>
                  <a:cubicBezTo>
                    <a:pt x="2037" y="2128"/>
                    <a:pt x="1945" y="2067"/>
                    <a:pt x="1824" y="2007"/>
                  </a:cubicBezTo>
                  <a:cubicBezTo>
                    <a:pt x="2037" y="1946"/>
                    <a:pt x="2189" y="1855"/>
                    <a:pt x="2310" y="1703"/>
                  </a:cubicBezTo>
                  <a:cubicBezTo>
                    <a:pt x="2432" y="1520"/>
                    <a:pt x="2462" y="1338"/>
                    <a:pt x="2462" y="1095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45" y="92"/>
                    <a:pt x="1611" y="0"/>
                    <a:pt x="118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39"/>
            <p:cNvSpPr/>
            <p:nvPr/>
          </p:nvSpPr>
          <p:spPr>
            <a:xfrm>
              <a:off x="968561" y="4019428"/>
              <a:ext cx="119462" cy="184310"/>
            </a:xfrm>
            <a:custGeom>
              <a:avLst/>
              <a:gdLst/>
              <a:ahLst/>
              <a:cxnLst/>
              <a:rect l="l" t="t" r="r" b="b"/>
              <a:pathLst>
                <a:path w="246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63" y="3800"/>
                  </a:lnTo>
                  <a:lnTo>
                    <a:pt x="2463" y="3374"/>
                  </a:lnTo>
                  <a:lnTo>
                    <a:pt x="517" y="3374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51"/>
                  </a:lnTo>
                  <a:lnTo>
                    <a:pt x="517" y="1551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39"/>
            <p:cNvSpPr/>
            <p:nvPr/>
          </p:nvSpPr>
          <p:spPr>
            <a:xfrm>
              <a:off x="1105679" y="4019428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63" y="517"/>
                  </a:moveTo>
                  <a:lnTo>
                    <a:pt x="2463" y="2402"/>
                  </a:lnTo>
                  <a:lnTo>
                    <a:pt x="1064" y="2402"/>
                  </a:lnTo>
                  <a:lnTo>
                    <a:pt x="176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39"/>
            <p:cNvSpPr/>
            <p:nvPr/>
          </p:nvSpPr>
          <p:spPr>
            <a:xfrm>
              <a:off x="1301777" y="4019428"/>
              <a:ext cx="156324" cy="184310"/>
            </a:xfrm>
            <a:custGeom>
              <a:avLst/>
              <a:gdLst/>
              <a:ahLst/>
              <a:cxnLst/>
              <a:rect l="l" t="t" r="r" b="b"/>
              <a:pathLst>
                <a:path w="3223" h="3800" extrusionOk="0">
                  <a:moveTo>
                    <a:pt x="1155" y="426"/>
                  </a:moveTo>
                  <a:cubicBezTo>
                    <a:pt x="1672" y="426"/>
                    <a:pt x="2067" y="548"/>
                    <a:pt x="2310" y="791"/>
                  </a:cubicBezTo>
                  <a:cubicBezTo>
                    <a:pt x="2553" y="1003"/>
                    <a:pt x="2675" y="1399"/>
                    <a:pt x="2675" y="1885"/>
                  </a:cubicBezTo>
                  <a:cubicBezTo>
                    <a:pt x="2675" y="2402"/>
                    <a:pt x="2553" y="2797"/>
                    <a:pt x="2310" y="3040"/>
                  </a:cubicBezTo>
                  <a:cubicBezTo>
                    <a:pt x="2067" y="3253"/>
                    <a:pt x="1672" y="3374"/>
                    <a:pt x="1155" y="3374"/>
                  </a:cubicBezTo>
                  <a:lnTo>
                    <a:pt x="517" y="3374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1064" y="3800"/>
                  </a:lnTo>
                  <a:cubicBezTo>
                    <a:pt x="1793" y="3800"/>
                    <a:pt x="2341" y="3648"/>
                    <a:pt x="2705" y="3344"/>
                  </a:cubicBezTo>
                  <a:cubicBezTo>
                    <a:pt x="3040" y="3040"/>
                    <a:pt x="3222" y="2554"/>
                    <a:pt x="3222" y="1885"/>
                  </a:cubicBezTo>
                  <a:cubicBezTo>
                    <a:pt x="3222" y="1247"/>
                    <a:pt x="3040" y="760"/>
                    <a:pt x="2705" y="456"/>
                  </a:cubicBezTo>
                  <a:cubicBezTo>
                    <a:pt x="2341" y="152"/>
                    <a:pt x="1793" y="0"/>
                    <a:pt x="106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1458054" y="4019428"/>
              <a:ext cx="156275" cy="184310"/>
            </a:xfrm>
            <a:custGeom>
              <a:avLst/>
              <a:gdLst/>
              <a:ahLst/>
              <a:cxnLst/>
              <a:rect l="l" t="t" r="r" b="b"/>
              <a:pathLst>
                <a:path w="3222" h="3800" extrusionOk="0">
                  <a:moveTo>
                    <a:pt x="0" y="0"/>
                  </a:moveTo>
                  <a:lnTo>
                    <a:pt x="1337" y="2007"/>
                  </a:lnTo>
                  <a:lnTo>
                    <a:pt x="1337" y="3800"/>
                  </a:lnTo>
                  <a:lnTo>
                    <a:pt x="1885" y="3800"/>
                  </a:lnTo>
                  <a:lnTo>
                    <a:pt x="1885" y="2007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5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1631986" y="4016469"/>
              <a:ext cx="98848" cy="187268"/>
            </a:xfrm>
            <a:custGeom>
              <a:avLst/>
              <a:gdLst/>
              <a:ahLst/>
              <a:cxnLst/>
              <a:rect l="l" t="t" r="r" b="b"/>
              <a:pathLst>
                <a:path w="2038" h="3861" extrusionOk="0">
                  <a:moveTo>
                    <a:pt x="1004" y="1"/>
                  </a:moveTo>
                  <a:cubicBezTo>
                    <a:pt x="821" y="1"/>
                    <a:pt x="639" y="1"/>
                    <a:pt x="487" y="61"/>
                  </a:cubicBezTo>
                  <a:cubicBezTo>
                    <a:pt x="305" y="122"/>
                    <a:pt x="153" y="183"/>
                    <a:pt x="1" y="274"/>
                  </a:cubicBezTo>
                  <a:lnTo>
                    <a:pt x="1" y="760"/>
                  </a:lnTo>
                  <a:cubicBezTo>
                    <a:pt x="153" y="639"/>
                    <a:pt x="305" y="548"/>
                    <a:pt x="457" y="487"/>
                  </a:cubicBezTo>
                  <a:cubicBezTo>
                    <a:pt x="639" y="426"/>
                    <a:pt x="761" y="396"/>
                    <a:pt x="913" y="396"/>
                  </a:cubicBezTo>
                  <a:cubicBezTo>
                    <a:pt x="1095" y="396"/>
                    <a:pt x="1247" y="457"/>
                    <a:pt x="1338" y="548"/>
                  </a:cubicBezTo>
                  <a:cubicBezTo>
                    <a:pt x="1460" y="639"/>
                    <a:pt x="1520" y="760"/>
                    <a:pt x="1520" y="912"/>
                  </a:cubicBezTo>
                  <a:cubicBezTo>
                    <a:pt x="1520" y="1004"/>
                    <a:pt x="1490" y="1095"/>
                    <a:pt x="1460" y="1156"/>
                  </a:cubicBezTo>
                  <a:cubicBezTo>
                    <a:pt x="1399" y="1247"/>
                    <a:pt x="1338" y="1338"/>
                    <a:pt x="1247" y="1429"/>
                  </a:cubicBezTo>
                  <a:lnTo>
                    <a:pt x="1004" y="1642"/>
                  </a:lnTo>
                  <a:cubicBezTo>
                    <a:pt x="852" y="1794"/>
                    <a:pt x="761" y="1916"/>
                    <a:pt x="700" y="2037"/>
                  </a:cubicBezTo>
                  <a:cubicBezTo>
                    <a:pt x="669" y="2128"/>
                    <a:pt x="639" y="2280"/>
                    <a:pt x="639" y="2463"/>
                  </a:cubicBezTo>
                  <a:lnTo>
                    <a:pt x="639" y="2858"/>
                  </a:lnTo>
                  <a:lnTo>
                    <a:pt x="1125" y="2858"/>
                  </a:lnTo>
                  <a:lnTo>
                    <a:pt x="1125" y="2523"/>
                  </a:lnTo>
                  <a:cubicBezTo>
                    <a:pt x="1125" y="2432"/>
                    <a:pt x="1125" y="2371"/>
                    <a:pt x="1125" y="2311"/>
                  </a:cubicBezTo>
                  <a:cubicBezTo>
                    <a:pt x="1125" y="2280"/>
                    <a:pt x="1156" y="2219"/>
                    <a:pt x="1156" y="2189"/>
                  </a:cubicBezTo>
                  <a:cubicBezTo>
                    <a:pt x="1156" y="2159"/>
                    <a:pt x="1186" y="2098"/>
                    <a:pt x="1217" y="2068"/>
                  </a:cubicBezTo>
                  <a:cubicBezTo>
                    <a:pt x="1247" y="2007"/>
                    <a:pt x="1308" y="1946"/>
                    <a:pt x="1399" y="1885"/>
                  </a:cubicBezTo>
                  <a:lnTo>
                    <a:pt x="1612" y="1642"/>
                  </a:lnTo>
                  <a:cubicBezTo>
                    <a:pt x="1764" y="1520"/>
                    <a:pt x="1885" y="1368"/>
                    <a:pt x="1946" y="1247"/>
                  </a:cubicBezTo>
                  <a:cubicBezTo>
                    <a:pt x="2007" y="1156"/>
                    <a:pt x="2037" y="1034"/>
                    <a:pt x="2037" y="882"/>
                  </a:cubicBezTo>
                  <a:cubicBezTo>
                    <a:pt x="2037" y="609"/>
                    <a:pt x="1946" y="396"/>
                    <a:pt x="1733" y="244"/>
                  </a:cubicBezTo>
                  <a:cubicBezTo>
                    <a:pt x="1551" y="61"/>
                    <a:pt x="1308" y="1"/>
                    <a:pt x="1004" y="1"/>
                  </a:cubicBezTo>
                  <a:close/>
                  <a:moveTo>
                    <a:pt x="609" y="3223"/>
                  </a:moveTo>
                  <a:lnTo>
                    <a:pt x="609" y="3861"/>
                  </a:lnTo>
                  <a:lnTo>
                    <a:pt x="1125" y="3861"/>
                  </a:lnTo>
                  <a:lnTo>
                    <a:pt x="112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1127796" y="4401241"/>
              <a:ext cx="119462" cy="134206"/>
            </a:xfrm>
            <a:custGeom>
              <a:avLst/>
              <a:gdLst/>
              <a:ahLst/>
              <a:cxnLst/>
              <a:rect l="l" t="t" r="r" b="b"/>
              <a:pathLst>
                <a:path w="2463" h="2767" extrusionOk="0">
                  <a:moveTo>
                    <a:pt x="1216" y="305"/>
                  </a:moveTo>
                  <a:cubicBezTo>
                    <a:pt x="1490" y="305"/>
                    <a:pt x="1703" y="396"/>
                    <a:pt x="1855" y="578"/>
                  </a:cubicBezTo>
                  <a:cubicBezTo>
                    <a:pt x="2007" y="791"/>
                    <a:pt x="2067" y="1034"/>
                    <a:pt x="2067" y="1369"/>
                  </a:cubicBezTo>
                  <a:cubicBezTo>
                    <a:pt x="2067" y="1703"/>
                    <a:pt x="2007" y="1977"/>
                    <a:pt x="1855" y="2189"/>
                  </a:cubicBezTo>
                  <a:cubicBezTo>
                    <a:pt x="1703" y="2372"/>
                    <a:pt x="1490" y="2463"/>
                    <a:pt x="1216" y="2463"/>
                  </a:cubicBezTo>
                  <a:cubicBezTo>
                    <a:pt x="973" y="2463"/>
                    <a:pt x="760" y="2372"/>
                    <a:pt x="608" y="2189"/>
                  </a:cubicBezTo>
                  <a:cubicBezTo>
                    <a:pt x="456" y="1977"/>
                    <a:pt x="365" y="1703"/>
                    <a:pt x="365" y="1369"/>
                  </a:cubicBezTo>
                  <a:cubicBezTo>
                    <a:pt x="365" y="1034"/>
                    <a:pt x="456" y="791"/>
                    <a:pt x="608" y="578"/>
                  </a:cubicBezTo>
                  <a:cubicBezTo>
                    <a:pt x="760" y="396"/>
                    <a:pt x="973" y="305"/>
                    <a:pt x="1216" y="305"/>
                  </a:cubicBezTo>
                  <a:close/>
                  <a:moveTo>
                    <a:pt x="1216" y="1"/>
                  </a:moveTo>
                  <a:cubicBezTo>
                    <a:pt x="851" y="1"/>
                    <a:pt x="548" y="122"/>
                    <a:pt x="335" y="366"/>
                  </a:cubicBezTo>
                  <a:cubicBezTo>
                    <a:pt x="122" y="639"/>
                    <a:pt x="0" y="974"/>
                    <a:pt x="0" y="1369"/>
                  </a:cubicBezTo>
                  <a:cubicBezTo>
                    <a:pt x="0" y="1794"/>
                    <a:pt x="122" y="2129"/>
                    <a:pt x="335" y="2372"/>
                  </a:cubicBezTo>
                  <a:cubicBezTo>
                    <a:pt x="548" y="2645"/>
                    <a:pt x="851" y="2767"/>
                    <a:pt x="1216" y="2767"/>
                  </a:cubicBezTo>
                  <a:cubicBezTo>
                    <a:pt x="1611" y="2767"/>
                    <a:pt x="1885" y="2645"/>
                    <a:pt x="2128" y="2372"/>
                  </a:cubicBezTo>
                  <a:cubicBezTo>
                    <a:pt x="2341" y="2129"/>
                    <a:pt x="2462" y="1794"/>
                    <a:pt x="2462" y="1369"/>
                  </a:cubicBezTo>
                  <a:cubicBezTo>
                    <a:pt x="2462" y="974"/>
                    <a:pt x="2341" y="639"/>
                    <a:pt x="2128" y="366"/>
                  </a:cubicBezTo>
                  <a:cubicBezTo>
                    <a:pt x="1885" y="122"/>
                    <a:pt x="1611" y="1"/>
                    <a:pt x="121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1273742" y="4404200"/>
              <a:ext cx="103262" cy="128338"/>
            </a:xfrm>
            <a:custGeom>
              <a:avLst/>
              <a:gdLst/>
              <a:ahLst/>
              <a:cxnLst/>
              <a:rect l="l" t="t" r="r" b="b"/>
              <a:pathLst>
                <a:path w="2129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65" y="2645"/>
                  </a:lnTo>
                  <a:lnTo>
                    <a:pt x="365" y="1368"/>
                  </a:lnTo>
                  <a:lnTo>
                    <a:pt x="1642" y="2645"/>
                  </a:lnTo>
                  <a:lnTo>
                    <a:pt x="2128" y="2645"/>
                  </a:lnTo>
                  <a:lnTo>
                    <a:pt x="700" y="1216"/>
                  </a:lnTo>
                  <a:lnTo>
                    <a:pt x="2007" y="1"/>
                  </a:lnTo>
                  <a:lnTo>
                    <a:pt x="1551" y="1"/>
                  </a:lnTo>
                  <a:lnTo>
                    <a:pt x="365" y="112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480571" y="357713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1" y="1"/>
                  </a:moveTo>
                  <a:lnTo>
                    <a:pt x="1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499730" y="3596290"/>
              <a:ext cx="1587826" cy="1220759"/>
            </a:xfrm>
            <a:custGeom>
              <a:avLst/>
              <a:gdLst/>
              <a:ahLst/>
              <a:cxnLst/>
              <a:rect l="l" t="t" r="r" b="b"/>
              <a:pathLst>
                <a:path w="32737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37" y="25168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498274" y="3597794"/>
              <a:ext cx="1589281" cy="128289"/>
            </a:xfrm>
            <a:custGeom>
              <a:avLst/>
              <a:gdLst/>
              <a:ahLst/>
              <a:cxnLst/>
              <a:rect l="l" t="t" r="r" b="b"/>
              <a:pathLst>
                <a:path w="327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39"/>
            <p:cNvSpPr/>
            <p:nvPr/>
          </p:nvSpPr>
          <p:spPr>
            <a:xfrm>
              <a:off x="1976988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1398"/>
                  </a:moveTo>
                  <a:lnTo>
                    <a:pt x="142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0"/>
                  </a:moveTo>
                  <a:lnTo>
                    <a:pt x="142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1851656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1869360" y="3633152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1869360" y="3646442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1726373" y="3613993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1741069" y="3689173"/>
              <a:ext cx="63441" cy="49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1"/>
                  </a:moveTo>
                  <a:lnTo>
                    <a:pt x="1308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865346" y="443960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883050" y="4455807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1" y="0"/>
                  </a:moveTo>
                  <a:lnTo>
                    <a:pt x="16901" y="4317"/>
                  </a:lnTo>
                  <a:lnTo>
                    <a:pt x="1" y="4317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775421" y="3855780"/>
              <a:ext cx="169613" cy="185813"/>
            </a:xfrm>
            <a:custGeom>
              <a:avLst/>
              <a:gdLst/>
              <a:ahLst/>
              <a:cxnLst/>
              <a:rect l="l" t="t" r="r" b="b"/>
              <a:pathLst>
                <a:path w="3497" h="3831" extrusionOk="0">
                  <a:moveTo>
                    <a:pt x="1764" y="517"/>
                  </a:moveTo>
                  <a:lnTo>
                    <a:pt x="2463" y="2402"/>
                  </a:lnTo>
                  <a:lnTo>
                    <a:pt x="1065" y="2402"/>
                  </a:lnTo>
                  <a:lnTo>
                    <a:pt x="1764" y="517"/>
                  </a:lnTo>
                  <a:close/>
                  <a:moveTo>
                    <a:pt x="1460" y="0"/>
                  </a:moveTo>
                  <a:lnTo>
                    <a:pt x="1" y="3830"/>
                  </a:lnTo>
                  <a:lnTo>
                    <a:pt x="548" y="3830"/>
                  </a:lnTo>
                  <a:lnTo>
                    <a:pt x="913" y="2858"/>
                  </a:lnTo>
                  <a:lnTo>
                    <a:pt x="2615" y="2858"/>
                  </a:lnTo>
                  <a:lnTo>
                    <a:pt x="2980" y="3830"/>
                  </a:lnTo>
                  <a:lnTo>
                    <a:pt x="3496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972974" y="3855780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66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07" y="2159"/>
                    <a:pt x="1916" y="2067"/>
                    <a:pt x="1794" y="2037"/>
                  </a:cubicBezTo>
                  <a:cubicBezTo>
                    <a:pt x="2007" y="1976"/>
                    <a:pt x="215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6"/>
                    <a:pt x="2129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1148410" y="3855780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374"/>
                  </a:lnTo>
                  <a:lnTo>
                    <a:pt x="518" y="3374"/>
                  </a:lnTo>
                  <a:lnTo>
                    <a:pt x="518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8" y="1581"/>
                  </a:lnTo>
                  <a:lnTo>
                    <a:pt x="518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1363667" y="3855780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9" y="2007"/>
                  </a:lnTo>
                  <a:lnTo>
                    <a:pt x="1369" y="3830"/>
                  </a:lnTo>
                  <a:lnTo>
                    <a:pt x="1885" y="3830"/>
                  </a:lnTo>
                  <a:lnTo>
                    <a:pt x="1885" y="2007"/>
                  </a:lnTo>
                  <a:lnTo>
                    <a:pt x="3223" y="0"/>
                  </a:lnTo>
                  <a:lnTo>
                    <a:pt x="2676" y="0"/>
                  </a:lnTo>
                  <a:lnTo>
                    <a:pt x="1612" y="1581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1519944" y="3852821"/>
              <a:ext cx="171068" cy="191730"/>
            </a:xfrm>
            <a:custGeom>
              <a:avLst/>
              <a:gdLst/>
              <a:ahLst/>
              <a:cxnLst/>
              <a:rect l="l" t="t" r="r" b="b"/>
              <a:pathLst>
                <a:path w="3527" h="3953" extrusionOk="0">
                  <a:moveTo>
                    <a:pt x="1764" y="426"/>
                  </a:moveTo>
                  <a:cubicBezTo>
                    <a:pt x="2128" y="426"/>
                    <a:pt x="2432" y="548"/>
                    <a:pt x="2645" y="852"/>
                  </a:cubicBezTo>
                  <a:cubicBezTo>
                    <a:pt x="2858" y="1125"/>
                    <a:pt x="2979" y="1490"/>
                    <a:pt x="2979" y="1976"/>
                  </a:cubicBezTo>
                  <a:cubicBezTo>
                    <a:pt x="2979" y="2463"/>
                    <a:pt x="2858" y="2827"/>
                    <a:pt x="2645" y="3131"/>
                  </a:cubicBezTo>
                  <a:cubicBezTo>
                    <a:pt x="2432" y="3405"/>
                    <a:pt x="2128" y="3527"/>
                    <a:pt x="1764" y="3527"/>
                  </a:cubicBezTo>
                  <a:cubicBezTo>
                    <a:pt x="1399" y="3527"/>
                    <a:pt x="1095" y="3405"/>
                    <a:pt x="882" y="3131"/>
                  </a:cubicBezTo>
                  <a:cubicBezTo>
                    <a:pt x="639" y="2827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48"/>
                    <a:pt x="1399" y="426"/>
                    <a:pt x="1764" y="426"/>
                  </a:cubicBezTo>
                  <a:close/>
                  <a:moveTo>
                    <a:pt x="1764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3" y="913"/>
                    <a:pt x="1" y="1369"/>
                    <a:pt x="1" y="1976"/>
                  </a:cubicBezTo>
                  <a:cubicBezTo>
                    <a:pt x="1" y="2584"/>
                    <a:pt x="153" y="3071"/>
                    <a:pt x="487" y="3435"/>
                  </a:cubicBezTo>
                  <a:cubicBezTo>
                    <a:pt x="791" y="3770"/>
                    <a:pt x="1216" y="3952"/>
                    <a:pt x="1764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5" y="3071"/>
                    <a:pt x="3527" y="2584"/>
                    <a:pt x="3527" y="1976"/>
                  </a:cubicBezTo>
                  <a:cubicBezTo>
                    <a:pt x="3527" y="1369"/>
                    <a:pt x="3375" y="913"/>
                    <a:pt x="3040" y="548"/>
                  </a:cubicBezTo>
                  <a:cubicBezTo>
                    <a:pt x="2736" y="183"/>
                    <a:pt x="2311" y="1"/>
                    <a:pt x="1764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1727828" y="3855780"/>
              <a:ext cx="140124" cy="188772"/>
            </a:xfrm>
            <a:custGeom>
              <a:avLst/>
              <a:gdLst/>
              <a:ahLst/>
              <a:cxnLst/>
              <a:rect l="l" t="t" r="r" b="b"/>
              <a:pathLst>
                <a:path w="2889" h="3892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70"/>
                    <a:pt x="973" y="3891"/>
                    <a:pt x="1459" y="3891"/>
                  </a:cubicBezTo>
                  <a:cubicBezTo>
                    <a:pt x="1915" y="3891"/>
                    <a:pt x="2280" y="3770"/>
                    <a:pt x="2523" y="3526"/>
                  </a:cubicBezTo>
                  <a:cubicBezTo>
                    <a:pt x="2766" y="3253"/>
                    <a:pt x="2888" y="2888"/>
                    <a:pt x="2888" y="2402"/>
                  </a:cubicBezTo>
                  <a:lnTo>
                    <a:pt x="2888" y="0"/>
                  </a:lnTo>
                  <a:lnTo>
                    <a:pt x="2371" y="0"/>
                  </a:lnTo>
                  <a:lnTo>
                    <a:pt x="2371" y="2311"/>
                  </a:lnTo>
                  <a:cubicBezTo>
                    <a:pt x="2371" y="2736"/>
                    <a:pt x="2311" y="3040"/>
                    <a:pt x="2159" y="3222"/>
                  </a:cubicBezTo>
                  <a:cubicBezTo>
                    <a:pt x="2007" y="3374"/>
                    <a:pt x="1763" y="3466"/>
                    <a:pt x="1459" y="3466"/>
                  </a:cubicBezTo>
                  <a:cubicBezTo>
                    <a:pt x="1125" y="3466"/>
                    <a:pt x="882" y="3374"/>
                    <a:pt x="730" y="3222"/>
                  </a:cubicBezTo>
                  <a:cubicBezTo>
                    <a:pt x="578" y="3040"/>
                    <a:pt x="517" y="2736"/>
                    <a:pt x="517" y="231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865346" y="4091648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399" y="426"/>
                    <a:pt x="1612" y="487"/>
                    <a:pt x="1734" y="609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34" y="1612"/>
                  </a:cubicBezTo>
                  <a:cubicBezTo>
                    <a:pt x="1612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518" y="3831"/>
                  </a:lnTo>
                  <a:lnTo>
                    <a:pt x="518" y="2220"/>
                  </a:lnTo>
                  <a:lnTo>
                    <a:pt x="1065" y="2220"/>
                  </a:lnTo>
                  <a:cubicBezTo>
                    <a:pt x="1278" y="2220"/>
                    <a:pt x="1430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1"/>
                  </a:lnTo>
                  <a:lnTo>
                    <a:pt x="2980" y="3831"/>
                  </a:lnTo>
                  <a:lnTo>
                    <a:pt x="2433" y="2767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37" y="2159"/>
                    <a:pt x="1916" y="2068"/>
                    <a:pt x="1794" y="2037"/>
                  </a:cubicBezTo>
                  <a:cubicBezTo>
                    <a:pt x="2007" y="1976"/>
                    <a:pt x="218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7"/>
                    <a:pt x="2129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1040830" y="4091648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2462" y="3831"/>
                  </a:lnTo>
                  <a:lnTo>
                    <a:pt x="2462" y="3375"/>
                  </a:lnTo>
                  <a:lnTo>
                    <a:pt x="517" y="3375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32" y="457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1179403" y="4091648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8"/>
                  </a:moveTo>
                  <a:lnTo>
                    <a:pt x="2432" y="2402"/>
                  </a:lnTo>
                  <a:lnTo>
                    <a:pt x="1034" y="2402"/>
                  </a:lnTo>
                  <a:lnTo>
                    <a:pt x="1733" y="518"/>
                  </a:lnTo>
                  <a:close/>
                  <a:moveTo>
                    <a:pt x="1429" y="1"/>
                  </a:moveTo>
                  <a:lnTo>
                    <a:pt x="0" y="3831"/>
                  </a:lnTo>
                  <a:lnTo>
                    <a:pt x="517" y="3831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9" y="3831"/>
                  </a:lnTo>
                  <a:lnTo>
                    <a:pt x="3465" y="3831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1375453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6" y="426"/>
                  </a:moveTo>
                  <a:cubicBezTo>
                    <a:pt x="1673" y="426"/>
                    <a:pt x="2037" y="548"/>
                    <a:pt x="2281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1" y="3040"/>
                  </a:cubicBezTo>
                  <a:cubicBezTo>
                    <a:pt x="2037" y="3284"/>
                    <a:pt x="1673" y="3405"/>
                    <a:pt x="1126" y="3405"/>
                  </a:cubicBezTo>
                  <a:lnTo>
                    <a:pt x="518" y="3405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1065" y="3831"/>
                  </a:lnTo>
                  <a:cubicBezTo>
                    <a:pt x="1794" y="3831"/>
                    <a:pt x="2341" y="3679"/>
                    <a:pt x="2676" y="3375"/>
                  </a:cubicBezTo>
                  <a:cubicBezTo>
                    <a:pt x="3010" y="3040"/>
                    <a:pt x="3192" y="2584"/>
                    <a:pt x="3192" y="1916"/>
                  </a:cubicBezTo>
                  <a:cubicBezTo>
                    <a:pt x="3192" y="1247"/>
                    <a:pt x="3010" y="791"/>
                    <a:pt x="2676" y="487"/>
                  </a:cubicBezTo>
                  <a:cubicBezTo>
                    <a:pt x="2341" y="15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1531730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1"/>
                  </a:lnTo>
                  <a:lnTo>
                    <a:pt x="1855" y="3831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1704256" y="4088690"/>
              <a:ext cx="98800" cy="188772"/>
            </a:xfrm>
            <a:custGeom>
              <a:avLst/>
              <a:gdLst/>
              <a:ahLst/>
              <a:cxnLst/>
              <a:rect l="l" t="t" r="r" b="b"/>
              <a:pathLst>
                <a:path w="2037" h="3892" extrusionOk="0">
                  <a:moveTo>
                    <a:pt x="1003" y="1"/>
                  </a:moveTo>
                  <a:cubicBezTo>
                    <a:pt x="821" y="1"/>
                    <a:pt x="669" y="31"/>
                    <a:pt x="486" y="62"/>
                  </a:cubicBezTo>
                  <a:cubicBezTo>
                    <a:pt x="334" y="123"/>
                    <a:pt x="182" y="183"/>
                    <a:pt x="0" y="305"/>
                  </a:cubicBezTo>
                  <a:lnTo>
                    <a:pt x="0" y="761"/>
                  </a:lnTo>
                  <a:cubicBezTo>
                    <a:pt x="182" y="670"/>
                    <a:pt x="334" y="579"/>
                    <a:pt x="486" y="518"/>
                  </a:cubicBezTo>
                  <a:cubicBezTo>
                    <a:pt x="638" y="457"/>
                    <a:pt x="790" y="427"/>
                    <a:pt x="912" y="427"/>
                  </a:cubicBezTo>
                  <a:cubicBezTo>
                    <a:pt x="1094" y="427"/>
                    <a:pt x="1246" y="457"/>
                    <a:pt x="1368" y="548"/>
                  </a:cubicBezTo>
                  <a:cubicBezTo>
                    <a:pt x="1459" y="670"/>
                    <a:pt x="1520" y="791"/>
                    <a:pt x="1520" y="943"/>
                  </a:cubicBezTo>
                  <a:cubicBezTo>
                    <a:pt x="1520" y="1004"/>
                    <a:pt x="1489" y="1095"/>
                    <a:pt x="1459" y="1186"/>
                  </a:cubicBezTo>
                  <a:cubicBezTo>
                    <a:pt x="1429" y="1247"/>
                    <a:pt x="1338" y="1338"/>
                    <a:pt x="1246" y="1430"/>
                  </a:cubicBezTo>
                  <a:lnTo>
                    <a:pt x="1034" y="1642"/>
                  </a:lnTo>
                  <a:cubicBezTo>
                    <a:pt x="882" y="1794"/>
                    <a:pt x="760" y="1946"/>
                    <a:pt x="730" y="2037"/>
                  </a:cubicBezTo>
                  <a:cubicBezTo>
                    <a:pt x="669" y="2159"/>
                    <a:pt x="638" y="2281"/>
                    <a:pt x="638" y="2463"/>
                  </a:cubicBezTo>
                  <a:lnTo>
                    <a:pt x="638" y="2858"/>
                  </a:lnTo>
                  <a:lnTo>
                    <a:pt x="1125" y="2858"/>
                  </a:lnTo>
                  <a:lnTo>
                    <a:pt x="1125" y="2554"/>
                  </a:lnTo>
                  <a:cubicBezTo>
                    <a:pt x="1125" y="2463"/>
                    <a:pt x="1125" y="2372"/>
                    <a:pt x="1155" y="2341"/>
                  </a:cubicBezTo>
                  <a:cubicBezTo>
                    <a:pt x="1155" y="2281"/>
                    <a:pt x="1155" y="2250"/>
                    <a:pt x="1155" y="2220"/>
                  </a:cubicBezTo>
                  <a:cubicBezTo>
                    <a:pt x="1186" y="2159"/>
                    <a:pt x="1216" y="2129"/>
                    <a:pt x="1246" y="2068"/>
                  </a:cubicBezTo>
                  <a:cubicBezTo>
                    <a:pt x="1277" y="2037"/>
                    <a:pt x="1338" y="1977"/>
                    <a:pt x="1398" y="1886"/>
                  </a:cubicBezTo>
                  <a:lnTo>
                    <a:pt x="1641" y="1673"/>
                  </a:lnTo>
                  <a:cubicBezTo>
                    <a:pt x="1793" y="1521"/>
                    <a:pt x="1885" y="1399"/>
                    <a:pt x="1945" y="1278"/>
                  </a:cubicBezTo>
                  <a:cubicBezTo>
                    <a:pt x="2006" y="1156"/>
                    <a:pt x="2037" y="1034"/>
                    <a:pt x="2037" y="913"/>
                  </a:cubicBezTo>
                  <a:cubicBezTo>
                    <a:pt x="2037" y="639"/>
                    <a:pt x="1945" y="427"/>
                    <a:pt x="1763" y="244"/>
                  </a:cubicBezTo>
                  <a:cubicBezTo>
                    <a:pt x="1581" y="92"/>
                    <a:pt x="1307" y="1"/>
                    <a:pt x="1003" y="1"/>
                  </a:cubicBezTo>
                  <a:close/>
                  <a:moveTo>
                    <a:pt x="638" y="3223"/>
                  </a:moveTo>
                  <a:lnTo>
                    <a:pt x="638" y="3892"/>
                  </a:lnTo>
                  <a:lnTo>
                    <a:pt x="1155" y="3892"/>
                  </a:lnTo>
                  <a:lnTo>
                    <a:pt x="115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1200017" y="4474965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490" y="274"/>
                    <a:pt x="1703" y="365"/>
                    <a:pt x="1855" y="578"/>
                  </a:cubicBezTo>
                  <a:cubicBezTo>
                    <a:pt x="2007" y="761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490" y="2463"/>
                    <a:pt x="1247" y="2463"/>
                  </a:cubicBezTo>
                  <a:cubicBezTo>
                    <a:pt x="973" y="2463"/>
                    <a:pt x="76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1"/>
                    <a:pt x="609" y="578"/>
                  </a:cubicBezTo>
                  <a:cubicBezTo>
                    <a:pt x="761" y="365"/>
                    <a:pt x="973" y="274"/>
                    <a:pt x="1247" y="274"/>
                  </a:cubicBezTo>
                  <a:close/>
                  <a:moveTo>
                    <a:pt x="1247" y="1"/>
                  </a:moveTo>
                  <a:cubicBezTo>
                    <a:pt x="882" y="1"/>
                    <a:pt x="578" y="122"/>
                    <a:pt x="335" y="365"/>
                  </a:cubicBezTo>
                  <a:cubicBezTo>
                    <a:pt x="122" y="609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5"/>
                    <a:pt x="882" y="2736"/>
                    <a:pt x="1247" y="2736"/>
                  </a:cubicBezTo>
                  <a:cubicBezTo>
                    <a:pt x="1612" y="2736"/>
                    <a:pt x="1916" y="2615"/>
                    <a:pt x="2128" y="2371"/>
                  </a:cubicBezTo>
                  <a:cubicBezTo>
                    <a:pt x="2372" y="2128"/>
                    <a:pt x="2463" y="1794"/>
                    <a:pt x="2463" y="1368"/>
                  </a:cubicBezTo>
                  <a:cubicBezTo>
                    <a:pt x="2463" y="943"/>
                    <a:pt x="2372" y="609"/>
                    <a:pt x="2128" y="365"/>
                  </a:cubicBezTo>
                  <a:cubicBezTo>
                    <a:pt x="1916" y="122"/>
                    <a:pt x="1612" y="1"/>
                    <a:pt x="1247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1347467" y="4476469"/>
              <a:ext cx="101758" cy="128289"/>
            </a:xfrm>
            <a:custGeom>
              <a:avLst/>
              <a:gdLst/>
              <a:ahLst/>
              <a:cxnLst/>
              <a:rect l="l" t="t" r="r" b="b"/>
              <a:pathLst>
                <a:path w="2098" h="2645" extrusionOk="0">
                  <a:moveTo>
                    <a:pt x="0" y="0"/>
                  </a:moveTo>
                  <a:lnTo>
                    <a:pt x="0" y="2644"/>
                  </a:lnTo>
                  <a:lnTo>
                    <a:pt x="365" y="2644"/>
                  </a:lnTo>
                  <a:lnTo>
                    <a:pt x="365" y="1368"/>
                  </a:lnTo>
                  <a:lnTo>
                    <a:pt x="1611" y="2644"/>
                  </a:lnTo>
                  <a:lnTo>
                    <a:pt x="2098" y="2644"/>
                  </a:lnTo>
                  <a:lnTo>
                    <a:pt x="699" y="1246"/>
                  </a:lnTo>
                  <a:lnTo>
                    <a:pt x="2006" y="0"/>
                  </a:lnTo>
                  <a:lnTo>
                    <a:pt x="1551" y="0"/>
                  </a:lnTo>
                  <a:lnTo>
                    <a:pt x="365" y="112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554296" y="3650856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570496" y="3670014"/>
              <a:ext cx="1589330" cy="1220759"/>
            </a:xfrm>
            <a:custGeom>
              <a:avLst/>
              <a:gdLst/>
              <a:ahLst/>
              <a:cxnLst/>
              <a:rect l="l" t="t" r="r" b="b"/>
              <a:pathLst>
                <a:path w="32768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67" y="25168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571999" y="3670014"/>
              <a:ext cx="1589281" cy="128338"/>
            </a:xfrm>
            <a:custGeom>
              <a:avLst/>
              <a:gdLst/>
              <a:ahLst/>
              <a:cxnLst/>
              <a:rect l="l" t="t" r="r" b="b"/>
              <a:pathLst>
                <a:path w="32767" h="2646" extrusionOk="0">
                  <a:moveTo>
                    <a:pt x="0" y="1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2049210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399"/>
                  </a:moveTo>
                  <a:lnTo>
                    <a:pt x="1398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"/>
                  </a:moveTo>
                  <a:lnTo>
                    <a:pt x="1398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1923926" y="3687718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1943085" y="3706876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1943085" y="3720166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1798594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1814794" y="376289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939071" y="451182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956774" y="452802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0" y="1"/>
                  </a:moveTo>
                  <a:lnTo>
                    <a:pt x="16900" y="4287"/>
                  </a:lnTo>
                  <a:lnTo>
                    <a:pt x="0" y="428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849146" y="3929504"/>
              <a:ext cx="169613" cy="184310"/>
            </a:xfrm>
            <a:custGeom>
              <a:avLst/>
              <a:gdLst/>
              <a:ahLst/>
              <a:cxnLst/>
              <a:rect l="l" t="t" r="r" b="b"/>
              <a:pathLst>
                <a:path w="3497" h="3800" extrusionOk="0">
                  <a:moveTo>
                    <a:pt x="1733" y="487"/>
                  </a:moveTo>
                  <a:lnTo>
                    <a:pt x="2432" y="2402"/>
                  </a:lnTo>
                  <a:lnTo>
                    <a:pt x="1034" y="2402"/>
                  </a:lnTo>
                  <a:lnTo>
                    <a:pt x="1733" y="487"/>
                  </a:lnTo>
                  <a:close/>
                  <a:moveTo>
                    <a:pt x="1460" y="0"/>
                  </a:moveTo>
                  <a:lnTo>
                    <a:pt x="1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5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1045244" y="3929504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55" y="426"/>
                  </a:moveTo>
                  <a:cubicBezTo>
                    <a:pt x="1398" y="426"/>
                    <a:pt x="1611" y="487"/>
                    <a:pt x="1733" y="578"/>
                  </a:cubicBezTo>
                  <a:cubicBezTo>
                    <a:pt x="1854" y="699"/>
                    <a:pt x="1915" y="882"/>
                    <a:pt x="1915" y="1095"/>
                  </a:cubicBezTo>
                  <a:cubicBezTo>
                    <a:pt x="1915" y="1307"/>
                    <a:pt x="1854" y="1490"/>
                    <a:pt x="1733" y="1611"/>
                  </a:cubicBezTo>
                  <a:cubicBezTo>
                    <a:pt x="1611" y="1702"/>
                    <a:pt x="1398" y="1763"/>
                    <a:pt x="1155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64" y="2189"/>
                  </a:lnTo>
                  <a:cubicBezTo>
                    <a:pt x="1277" y="2189"/>
                    <a:pt x="1429" y="2250"/>
                    <a:pt x="1550" y="2310"/>
                  </a:cubicBezTo>
                  <a:cubicBezTo>
                    <a:pt x="1672" y="2402"/>
                    <a:pt x="1794" y="2584"/>
                    <a:pt x="1915" y="2827"/>
                  </a:cubicBezTo>
                  <a:lnTo>
                    <a:pt x="2401" y="3800"/>
                  </a:lnTo>
                  <a:lnTo>
                    <a:pt x="2979" y="3800"/>
                  </a:lnTo>
                  <a:lnTo>
                    <a:pt x="2432" y="2766"/>
                  </a:lnTo>
                  <a:cubicBezTo>
                    <a:pt x="2341" y="2553"/>
                    <a:pt x="2250" y="2371"/>
                    <a:pt x="2128" y="2250"/>
                  </a:cubicBezTo>
                  <a:cubicBezTo>
                    <a:pt x="2037" y="2128"/>
                    <a:pt x="1915" y="2067"/>
                    <a:pt x="1794" y="2006"/>
                  </a:cubicBezTo>
                  <a:cubicBezTo>
                    <a:pt x="2006" y="1946"/>
                    <a:pt x="2189" y="1854"/>
                    <a:pt x="2280" y="1702"/>
                  </a:cubicBezTo>
                  <a:cubicBezTo>
                    <a:pt x="2401" y="1520"/>
                    <a:pt x="2462" y="1338"/>
                    <a:pt x="2462" y="1095"/>
                  </a:cubicBezTo>
                  <a:cubicBezTo>
                    <a:pt x="2462" y="730"/>
                    <a:pt x="2341" y="456"/>
                    <a:pt x="2128" y="274"/>
                  </a:cubicBezTo>
                  <a:cubicBezTo>
                    <a:pt x="1915" y="91"/>
                    <a:pt x="1611" y="0"/>
                    <a:pt x="1155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1222135" y="3929504"/>
              <a:ext cx="118007" cy="184310"/>
            </a:xfrm>
            <a:custGeom>
              <a:avLst/>
              <a:gdLst/>
              <a:ahLst/>
              <a:cxnLst/>
              <a:rect l="l" t="t" r="r" b="b"/>
              <a:pathLst>
                <a:path w="243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32" y="3800"/>
                  </a:lnTo>
                  <a:lnTo>
                    <a:pt x="2432" y="3374"/>
                  </a:lnTo>
                  <a:lnTo>
                    <a:pt x="487" y="3374"/>
                  </a:lnTo>
                  <a:lnTo>
                    <a:pt x="487" y="1976"/>
                  </a:lnTo>
                  <a:lnTo>
                    <a:pt x="2311" y="1976"/>
                  </a:lnTo>
                  <a:lnTo>
                    <a:pt x="2311" y="1550"/>
                  </a:lnTo>
                  <a:lnTo>
                    <a:pt x="487" y="1550"/>
                  </a:lnTo>
                  <a:lnTo>
                    <a:pt x="48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1437391" y="3929504"/>
              <a:ext cx="154868" cy="184310"/>
            </a:xfrm>
            <a:custGeom>
              <a:avLst/>
              <a:gdLst/>
              <a:ahLst/>
              <a:cxnLst/>
              <a:rect l="l" t="t" r="r" b="b"/>
              <a:pathLst>
                <a:path w="3193" h="3800" extrusionOk="0">
                  <a:moveTo>
                    <a:pt x="0" y="0"/>
                  </a:moveTo>
                  <a:lnTo>
                    <a:pt x="1338" y="1976"/>
                  </a:lnTo>
                  <a:lnTo>
                    <a:pt x="1338" y="3800"/>
                  </a:lnTo>
                  <a:lnTo>
                    <a:pt x="1855" y="3800"/>
                  </a:lnTo>
                  <a:lnTo>
                    <a:pt x="1855" y="1976"/>
                  </a:lnTo>
                  <a:lnTo>
                    <a:pt x="3192" y="0"/>
                  </a:lnTo>
                  <a:lnTo>
                    <a:pt x="2645" y="0"/>
                  </a:lnTo>
                  <a:lnTo>
                    <a:pt x="1611" y="1550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39"/>
            <p:cNvSpPr/>
            <p:nvPr/>
          </p:nvSpPr>
          <p:spPr>
            <a:xfrm>
              <a:off x="1592213" y="3926545"/>
              <a:ext cx="171020" cy="191682"/>
            </a:xfrm>
            <a:custGeom>
              <a:avLst/>
              <a:gdLst/>
              <a:ahLst/>
              <a:cxnLst/>
              <a:rect l="l" t="t" r="r" b="b"/>
              <a:pathLst>
                <a:path w="3526" h="3952" extrusionOk="0">
                  <a:moveTo>
                    <a:pt x="1763" y="396"/>
                  </a:moveTo>
                  <a:cubicBezTo>
                    <a:pt x="2158" y="396"/>
                    <a:pt x="2432" y="548"/>
                    <a:pt x="2675" y="821"/>
                  </a:cubicBezTo>
                  <a:cubicBezTo>
                    <a:pt x="2888" y="1095"/>
                    <a:pt x="2979" y="1490"/>
                    <a:pt x="2979" y="1976"/>
                  </a:cubicBezTo>
                  <a:cubicBezTo>
                    <a:pt x="2979" y="2432"/>
                    <a:pt x="2888" y="2827"/>
                    <a:pt x="2675" y="3101"/>
                  </a:cubicBezTo>
                  <a:cubicBezTo>
                    <a:pt x="2432" y="3374"/>
                    <a:pt x="2158" y="3526"/>
                    <a:pt x="1763" y="3526"/>
                  </a:cubicBezTo>
                  <a:cubicBezTo>
                    <a:pt x="1398" y="3526"/>
                    <a:pt x="1094" y="3374"/>
                    <a:pt x="882" y="3101"/>
                  </a:cubicBezTo>
                  <a:cubicBezTo>
                    <a:pt x="669" y="2827"/>
                    <a:pt x="547" y="2432"/>
                    <a:pt x="547" y="1976"/>
                  </a:cubicBezTo>
                  <a:cubicBezTo>
                    <a:pt x="547" y="1490"/>
                    <a:pt x="669" y="1095"/>
                    <a:pt x="882" y="821"/>
                  </a:cubicBezTo>
                  <a:cubicBezTo>
                    <a:pt x="1094" y="548"/>
                    <a:pt x="1398" y="396"/>
                    <a:pt x="1763" y="396"/>
                  </a:cubicBezTo>
                  <a:close/>
                  <a:moveTo>
                    <a:pt x="1763" y="0"/>
                  </a:moveTo>
                  <a:cubicBezTo>
                    <a:pt x="1246" y="0"/>
                    <a:pt x="821" y="152"/>
                    <a:pt x="486" y="517"/>
                  </a:cubicBezTo>
                  <a:cubicBezTo>
                    <a:pt x="182" y="882"/>
                    <a:pt x="0" y="1368"/>
                    <a:pt x="0" y="1976"/>
                  </a:cubicBezTo>
                  <a:cubicBezTo>
                    <a:pt x="0" y="2554"/>
                    <a:pt x="182" y="3040"/>
                    <a:pt x="486" y="3405"/>
                  </a:cubicBezTo>
                  <a:cubicBezTo>
                    <a:pt x="821" y="3770"/>
                    <a:pt x="1246" y="3952"/>
                    <a:pt x="1763" y="3952"/>
                  </a:cubicBezTo>
                  <a:cubicBezTo>
                    <a:pt x="2310" y="3952"/>
                    <a:pt x="2736" y="3770"/>
                    <a:pt x="3070" y="3405"/>
                  </a:cubicBezTo>
                  <a:cubicBezTo>
                    <a:pt x="3374" y="3040"/>
                    <a:pt x="3526" y="2554"/>
                    <a:pt x="3526" y="1976"/>
                  </a:cubicBezTo>
                  <a:cubicBezTo>
                    <a:pt x="3526" y="1368"/>
                    <a:pt x="3374" y="882"/>
                    <a:pt x="3070" y="517"/>
                  </a:cubicBezTo>
                  <a:cubicBezTo>
                    <a:pt x="2736" y="152"/>
                    <a:pt x="2310" y="0"/>
                    <a:pt x="1763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39"/>
            <p:cNvSpPr/>
            <p:nvPr/>
          </p:nvSpPr>
          <p:spPr>
            <a:xfrm>
              <a:off x="1800049" y="3929504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1" y="0"/>
                  </a:moveTo>
                  <a:lnTo>
                    <a:pt x="1" y="2371"/>
                  </a:lnTo>
                  <a:cubicBezTo>
                    <a:pt x="1" y="2857"/>
                    <a:pt x="122" y="3253"/>
                    <a:pt x="366" y="3496"/>
                  </a:cubicBezTo>
                  <a:cubicBezTo>
                    <a:pt x="609" y="3739"/>
                    <a:pt x="973" y="3891"/>
                    <a:pt x="1460" y="3891"/>
                  </a:cubicBezTo>
                  <a:cubicBezTo>
                    <a:pt x="1946" y="3891"/>
                    <a:pt x="2311" y="3739"/>
                    <a:pt x="2554" y="3496"/>
                  </a:cubicBezTo>
                  <a:cubicBezTo>
                    <a:pt x="2797" y="3253"/>
                    <a:pt x="2919" y="2857"/>
                    <a:pt x="2919" y="2371"/>
                  </a:cubicBezTo>
                  <a:lnTo>
                    <a:pt x="2919" y="0"/>
                  </a:lnTo>
                  <a:lnTo>
                    <a:pt x="2402" y="0"/>
                  </a:lnTo>
                  <a:lnTo>
                    <a:pt x="2402" y="2310"/>
                  </a:lnTo>
                  <a:cubicBezTo>
                    <a:pt x="2402" y="2705"/>
                    <a:pt x="2311" y="3009"/>
                    <a:pt x="2189" y="3192"/>
                  </a:cubicBezTo>
                  <a:cubicBezTo>
                    <a:pt x="2037" y="3374"/>
                    <a:pt x="1794" y="3465"/>
                    <a:pt x="1460" y="3465"/>
                  </a:cubicBezTo>
                  <a:cubicBezTo>
                    <a:pt x="1125" y="3465"/>
                    <a:pt x="882" y="3374"/>
                    <a:pt x="730" y="3192"/>
                  </a:cubicBezTo>
                  <a:cubicBezTo>
                    <a:pt x="578" y="3009"/>
                    <a:pt x="518" y="2705"/>
                    <a:pt x="518" y="2310"/>
                  </a:cubicBezTo>
                  <a:lnTo>
                    <a:pt x="51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937616" y="4165372"/>
              <a:ext cx="144537" cy="184358"/>
            </a:xfrm>
            <a:custGeom>
              <a:avLst/>
              <a:gdLst/>
              <a:ahLst/>
              <a:cxnLst/>
              <a:rect l="l" t="t" r="r" b="b"/>
              <a:pathLst>
                <a:path w="2980" h="3801" extrusionOk="0">
                  <a:moveTo>
                    <a:pt x="1186" y="426"/>
                  </a:moveTo>
                  <a:cubicBezTo>
                    <a:pt x="1429" y="426"/>
                    <a:pt x="1611" y="487"/>
                    <a:pt x="1733" y="578"/>
                  </a:cubicBezTo>
                  <a:cubicBezTo>
                    <a:pt x="1854" y="700"/>
                    <a:pt x="1915" y="882"/>
                    <a:pt x="1915" y="1095"/>
                  </a:cubicBezTo>
                  <a:cubicBezTo>
                    <a:pt x="1915" y="1308"/>
                    <a:pt x="1854" y="1490"/>
                    <a:pt x="1733" y="1612"/>
                  </a:cubicBezTo>
                  <a:cubicBezTo>
                    <a:pt x="1611" y="1703"/>
                    <a:pt x="1429" y="1764"/>
                    <a:pt x="1186" y="1764"/>
                  </a:cubicBezTo>
                  <a:lnTo>
                    <a:pt x="517" y="1764"/>
                  </a:lnTo>
                  <a:lnTo>
                    <a:pt x="517" y="426"/>
                  </a:lnTo>
                  <a:close/>
                  <a:moveTo>
                    <a:pt x="0" y="1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5" y="2189"/>
                  </a:lnTo>
                  <a:cubicBezTo>
                    <a:pt x="1307" y="2189"/>
                    <a:pt x="1459" y="2250"/>
                    <a:pt x="1581" y="2311"/>
                  </a:cubicBezTo>
                  <a:cubicBezTo>
                    <a:pt x="1702" y="2402"/>
                    <a:pt x="1824" y="2584"/>
                    <a:pt x="1946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7"/>
                  </a:lnTo>
                  <a:cubicBezTo>
                    <a:pt x="2341" y="2554"/>
                    <a:pt x="2250" y="2371"/>
                    <a:pt x="2128" y="2250"/>
                  </a:cubicBezTo>
                  <a:cubicBezTo>
                    <a:pt x="2037" y="2128"/>
                    <a:pt x="1915" y="2067"/>
                    <a:pt x="1824" y="2007"/>
                  </a:cubicBezTo>
                  <a:cubicBezTo>
                    <a:pt x="2037" y="1946"/>
                    <a:pt x="2189" y="1855"/>
                    <a:pt x="2310" y="1703"/>
                  </a:cubicBezTo>
                  <a:cubicBezTo>
                    <a:pt x="2402" y="1520"/>
                    <a:pt x="2462" y="1338"/>
                    <a:pt x="2462" y="1095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46" y="92"/>
                    <a:pt x="1611" y="1"/>
                    <a:pt x="118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1114506" y="4165372"/>
              <a:ext cx="119462" cy="184358"/>
            </a:xfrm>
            <a:custGeom>
              <a:avLst/>
              <a:gdLst/>
              <a:ahLst/>
              <a:cxnLst/>
              <a:rect l="l" t="t" r="r" b="b"/>
              <a:pathLst>
                <a:path w="2463" h="3801" extrusionOk="0">
                  <a:moveTo>
                    <a:pt x="1" y="1"/>
                  </a:moveTo>
                  <a:lnTo>
                    <a:pt x="1" y="3800"/>
                  </a:lnTo>
                  <a:lnTo>
                    <a:pt x="2463" y="3800"/>
                  </a:lnTo>
                  <a:lnTo>
                    <a:pt x="2463" y="3374"/>
                  </a:lnTo>
                  <a:lnTo>
                    <a:pt x="518" y="3374"/>
                  </a:lnTo>
                  <a:lnTo>
                    <a:pt x="518" y="1976"/>
                  </a:lnTo>
                  <a:lnTo>
                    <a:pt x="2341" y="1976"/>
                  </a:lnTo>
                  <a:lnTo>
                    <a:pt x="2341" y="1551"/>
                  </a:lnTo>
                  <a:lnTo>
                    <a:pt x="518" y="1551"/>
                  </a:lnTo>
                  <a:lnTo>
                    <a:pt x="518" y="426"/>
                  </a:lnTo>
                  <a:lnTo>
                    <a:pt x="2402" y="426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1251625" y="4165372"/>
              <a:ext cx="169613" cy="184358"/>
            </a:xfrm>
            <a:custGeom>
              <a:avLst/>
              <a:gdLst/>
              <a:ahLst/>
              <a:cxnLst/>
              <a:rect l="l" t="t" r="r" b="b"/>
              <a:pathLst>
                <a:path w="3497" h="3801" extrusionOk="0">
                  <a:moveTo>
                    <a:pt x="1733" y="487"/>
                  </a:moveTo>
                  <a:lnTo>
                    <a:pt x="2463" y="2402"/>
                  </a:lnTo>
                  <a:lnTo>
                    <a:pt x="1034" y="2402"/>
                  </a:lnTo>
                  <a:lnTo>
                    <a:pt x="1733" y="487"/>
                  </a:lnTo>
                  <a:close/>
                  <a:moveTo>
                    <a:pt x="1460" y="1"/>
                  </a:moveTo>
                  <a:lnTo>
                    <a:pt x="1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5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39"/>
            <p:cNvSpPr/>
            <p:nvPr/>
          </p:nvSpPr>
          <p:spPr>
            <a:xfrm>
              <a:off x="1447723" y="4165372"/>
              <a:ext cx="156324" cy="184358"/>
            </a:xfrm>
            <a:custGeom>
              <a:avLst/>
              <a:gdLst/>
              <a:ahLst/>
              <a:cxnLst/>
              <a:rect l="l" t="t" r="r" b="b"/>
              <a:pathLst>
                <a:path w="3223" h="3801" extrusionOk="0">
                  <a:moveTo>
                    <a:pt x="1155" y="426"/>
                  </a:moveTo>
                  <a:cubicBezTo>
                    <a:pt x="1672" y="426"/>
                    <a:pt x="2067" y="548"/>
                    <a:pt x="2310" y="760"/>
                  </a:cubicBezTo>
                  <a:cubicBezTo>
                    <a:pt x="2553" y="1004"/>
                    <a:pt x="2675" y="1399"/>
                    <a:pt x="2675" y="1885"/>
                  </a:cubicBezTo>
                  <a:cubicBezTo>
                    <a:pt x="2675" y="2402"/>
                    <a:pt x="2553" y="2797"/>
                    <a:pt x="2310" y="3010"/>
                  </a:cubicBezTo>
                  <a:cubicBezTo>
                    <a:pt x="2067" y="3253"/>
                    <a:pt x="1672" y="3374"/>
                    <a:pt x="1155" y="3374"/>
                  </a:cubicBezTo>
                  <a:lnTo>
                    <a:pt x="517" y="3374"/>
                  </a:lnTo>
                  <a:lnTo>
                    <a:pt x="517" y="426"/>
                  </a:lnTo>
                  <a:close/>
                  <a:moveTo>
                    <a:pt x="0" y="1"/>
                  </a:moveTo>
                  <a:lnTo>
                    <a:pt x="0" y="3800"/>
                  </a:lnTo>
                  <a:lnTo>
                    <a:pt x="1064" y="3800"/>
                  </a:lnTo>
                  <a:cubicBezTo>
                    <a:pt x="1794" y="3800"/>
                    <a:pt x="2341" y="3648"/>
                    <a:pt x="2675" y="3344"/>
                  </a:cubicBezTo>
                  <a:cubicBezTo>
                    <a:pt x="3040" y="3040"/>
                    <a:pt x="3222" y="2554"/>
                    <a:pt x="3222" y="1885"/>
                  </a:cubicBezTo>
                  <a:cubicBezTo>
                    <a:pt x="3222" y="1247"/>
                    <a:pt x="3040" y="760"/>
                    <a:pt x="2705" y="456"/>
                  </a:cubicBezTo>
                  <a:cubicBezTo>
                    <a:pt x="2341" y="153"/>
                    <a:pt x="1794" y="1"/>
                    <a:pt x="1064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39"/>
            <p:cNvSpPr/>
            <p:nvPr/>
          </p:nvSpPr>
          <p:spPr>
            <a:xfrm>
              <a:off x="1604000" y="4165372"/>
              <a:ext cx="156324" cy="184358"/>
            </a:xfrm>
            <a:custGeom>
              <a:avLst/>
              <a:gdLst/>
              <a:ahLst/>
              <a:cxnLst/>
              <a:rect l="l" t="t" r="r" b="b"/>
              <a:pathLst>
                <a:path w="3223" h="3801" extrusionOk="0">
                  <a:moveTo>
                    <a:pt x="0" y="1"/>
                  </a:moveTo>
                  <a:lnTo>
                    <a:pt x="1338" y="1976"/>
                  </a:lnTo>
                  <a:lnTo>
                    <a:pt x="1338" y="3800"/>
                  </a:lnTo>
                  <a:lnTo>
                    <a:pt x="1854" y="3800"/>
                  </a:lnTo>
                  <a:lnTo>
                    <a:pt x="1854" y="1976"/>
                  </a:lnTo>
                  <a:lnTo>
                    <a:pt x="3222" y="1"/>
                  </a:lnTo>
                  <a:lnTo>
                    <a:pt x="2675" y="1"/>
                  </a:lnTo>
                  <a:lnTo>
                    <a:pt x="1611" y="1551"/>
                  </a:lnTo>
                  <a:lnTo>
                    <a:pt x="54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1777932" y="4162414"/>
              <a:ext cx="98848" cy="187317"/>
            </a:xfrm>
            <a:custGeom>
              <a:avLst/>
              <a:gdLst/>
              <a:ahLst/>
              <a:cxnLst/>
              <a:rect l="l" t="t" r="r" b="b"/>
              <a:pathLst>
                <a:path w="2038" h="3862" extrusionOk="0">
                  <a:moveTo>
                    <a:pt x="974" y="1"/>
                  </a:moveTo>
                  <a:cubicBezTo>
                    <a:pt x="822" y="1"/>
                    <a:pt x="639" y="1"/>
                    <a:pt x="487" y="62"/>
                  </a:cubicBezTo>
                  <a:cubicBezTo>
                    <a:pt x="305" y="92"/>
                    <a:pt x="153" y="183"/>
                    <a:pt x="1" y="274"/>
                  </a:cubicBezTo>
                  <a:lnTo>
                    <a:pt x="1" y="761"/>
                  </a:lnTo>
                  <a:cubicBezTo>
                    <a:pt x="153" y="639"/>
                    <a:pt x="305" y="548"/>
                    <a:pt x="457" y="487"/>
                  </a:cubicBezTo>
                  <a:cubicBezTo>
                    <a:pt x="609" y="426"/>
                    <a:pt x="761" y="396"/>
                    <a:pt x="913" y="396"/>
                  </a:cubicBezTo>
                  <a:cubicBezTo>
                    <a:pt x="1095" y="396"/>
                    <a:pt x="1217" y="457"/>
                    <a:pt x="1338" y="548"/>
                  </a:cubicBezTo>
                  <a:cubicBezTo>
                    <a:pt x="1460" y="639"/>
                    <a:pt x="1521" y="761"/>
                    <a:pt x="1521" y="913"/>
                  </a:cubicBezTo>
                  <a:cubicBezTo>
                    <a:pt x="1521" y="1004"/>
                    <a:pt x="1490" y="1065"/>
                    <a:pt x="1429" y="1156"/>
                  </a:cubicBezTo>
                  <a:cubicBezTo>
                    <a:pt x="1399" y="1247"/>
                    <a:pt x="1338" y="1308"/>
                    <a:pt x="1247" y="1399"/>
                  </a:cubicBezTo>
                  <a:lnTo>
                    <a:pt x="1004" y="1642"/>
                  </a:lnTo>
                  <a:cubicBezTo>
                    <a:pt x="852" y="1794"/>
                    <a:pt x="761" y="1916"/>
                    <a:pt x="700" y="2037"/>
                  </a:cubicBezTo>
                  <a:cubicBezTo>
                    <a:pt x="670" y="2128"/>
                    <a:pt x="639" y="2280"/>
                    <a:pt x="639" y="2463"/>
                  </a:cubicBezTo>
                  <a:lnTo>
                    <a:pt x="639" y="2828"/>
                  </a:lnTo>
                  <a:lnTo>
                    <a:pt x="1126" y="2828"/>
                  </a:lnTo>
                  <a:lnTo>
                    <a:pt x="1126" y="2524"/>
                  </a:lnTo>
                  <a:cubicBezTo>
                    <a:pt x="1126" y="2432"/>
                    <a:pt x="1126" y="2372"/>
                    <a:pt x="1126" y="2311"/>
                  </a:cubicBezTo>
                  <a:cubicBezTo>
                    <a:pt x="1126" y="2280"/>
                    <a:pt x="1126" y="2220"/>
                    <a:pt x="1156" y="2189"/>
                  </a:cubicBezTo>
                  <a:cubicBezTo>
                    <a:pt x="1156" y="2159"/>
                    <a:pt x="1186" y="2098"/>
                    <a:pt x="1217" y="2068"/>
                  </a:cubicBezTo>
                  <a:cubicBezTo>
                    <a:pt x="1247" y="2007"/>
                    <a:pt x="1308" y="1946"/>
                    <a:pt x="1399" y="1855"/>
                  </a:cubicBezTo>
                  <a:lnTo>
                    <a:pt x="1612" y="1642"/>
                  </a:lnTo>
                  <a:cubicBezTo>
                    <a:pt x="1764" y="1490"/>
                    <a:pt x="1885" y="1369"/>
                    <a:pt x="1946" y="1247"/>
                  </a:cubicBezTo>
                  <a:cubicBezTo>
                    <a:pt x="2007" y="1125"/>
                    <a:pt x="2037" y="1004"/>
                    <a:pt x="2037" y="882"/>
                  </a:cubicBezTo>
                  <a:cubicBezTo>
                    <a:pt x="2037" y="609"/>
                    <a:pt x="1946" y="396"/>
                    <a:pt x="1733" y="244"/>
                  </a:cubicBezTo>
                  <a:cubicBezTo>
                    <a:pt x="1551" y="62"/>
                    <a:pt x="1308" y="1"/>
                    <a:pt x="974" y="1"/>
                  </a:cubicBezTo>
                  <a:close/>
                  <a:moveTo>
                    <a:pt x="609" y="3223"/>
                  </a:moveTo>
                  <a:lnTo>
                    <a:pt x="609" y="3861"/>
                  </a:lnTo>
                  <a:lnTo>
                    <a:pt x="1126" y="3861"/>
                  </a:lnTo>
                  <a:lnTo>
                    <a:pt x="1126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1273742" y="4547234"/>
              <a:ext cx="119462" cy="134206"/>
            </a:xfrm>
            <a:custGeom>
              <a:avLst/>
              <a:gdLst/>
              <a:ahLst/>
              <a:cxnLst/>
              <a:rect l="l" t="t" r="r" b="b"/>
              <a:pathLst>
                <a:path w="2463" h="2767" extrusionOk="0">
                  <a:moveTo>
                    <a:pt x="1216" y="304"/>
                  </a:moveTo>
                  <a:cubicBezTo>
                    <a:pt x="1490" y="304"/>
                    <a:pt x="1703" y="395"/>
                    <a:pt x="1855" y="578"/>
                  </a:cubicBezTo>
                  <a:cubicBezTo>
                    <a:pt x="2007" y="790"/>
                    <a:pt x="2067" y="1033"/>
                    <a:pt x="2067" y="1368"/>
                  </a:cubicBezTo>
                  <a:cubicBezTo>
                    <a:pt x="2067" y="1702"/>
                    <a:pt x="2007" y="1976"/>
                    <a:pt x="1855" y="2158"/>
                  </a:cubicBezTo>
                  <a:cubicBezTo>
                    <a:pt x="1703" y="2371"/>
                    <a:pt x="1490" y="2462"/>
                    <a:pt x="1216" y="2462"/>
                  </a:cubicBezTo>
                  <a:cubicBezTo>
                    <a:pt x="973" y="2462"/>
                    <a:pt x="760" y="2371"/>
                    <a:pt x="608" y="2158"/>
                  </a:cubicBezTo>
                  <a:cubicBezTo>
                    <a:pt x="456" y="1976"/>
                    <a:pt x="365" y="1702"/>
                    <a:pt x="365" y="1368"/>
                  </a:cubicBezTo>
                  <a:cubicBezTo>
                    <a:pt x="365" y="1033"/>
                    <a:pt x="456" y="790"/>
                    <a:pt x="608" y="578"/>
                  </a:cubicBezTo>
                  <a:cubicBezTo>
                    <a:pt x="760" y="395"/>
                    <a:pt x="973" y="304"/>
                    <a:pt x="1216" y="304"/>
                  </a:cubicBezTo>
                  <a:close/>
                  <a:moveTo>
                    <a:pt x="1216" y="0"/>
                  </a:moveTo>
                  <a:cubicBezTo>
                    <a:pt x="852" y="0"/>
                    <a:pt x="548" y="122"/>
                    <a:pt x="335" y="365"/>
                  </a:cubicBezTo>
                  <a:cubicBezTo>
                    <a:pt x="92" y="638"/>
                    <a:pt x="1" y="973"/>
                    <a:pt x="1" y="1368"/>
                  </a:cubicBezTo>
                  <a:cubicBezTo>
                    <a:pt x="1" y="1793"/>
                    <a:pt x="92" y="2128"/>
                    <a:pt x="335" y="2371"/>
                  </a:cubicBezTo>
                  <a:cubicBezTo>
                    <a:pt x="548" y="2644"/>
                    <a:pt x="852" y="2766"/>
                    <a:pt x="1216" y="2766"/>
                  </a:cubicBezTo>
                  <a:cubicBezTo>
                    <a:pt x="1612" y="2766"/>
                    <a:pt x="1885" y="2644"/>
                    <a:pt x="2128" y="2371"/>
                  </a:cubicBezTo>
                  <a:cubicBezTo>
                    <a:pt x="2341" y="2128"/>
                    <a:pt x="2463" y="1793"/>
                    <a:pt x="2463" y="1368"/>
                  </a:cubicBezTo>
                  <a:cubicBezTo>
                    <a:pt x="2463" y="973"/>
                    <a:pt x="2341" y="638"/>
                    <a:pt x="2128" y="365"/>
                  </a:cubicBezTo>
                  <a:cubicBezTo>
                    <a:pt x="1885" y="122"/>
                    <a:pt x="1612" y="0"/>
                    <a:pt x="121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1419688" y="4550144"/>
              <a:ext cx="101807" cy="128338"/>
            </a:xfrm>
            <a:custGeom>
              <a:avLst/>
              <a:gdLst/>
              <a:ahLst/>
              <a:cxnLst/>
              <a:rect l="l" t="t" r="r" b="b"/>
              <a:pathLst>
                <a:path w="2099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65" y="2645"/>
                  </a:lnTo>
                  <a:lnTo>
                    <a:pt x="365" y="1369"/>
                  </a:lnTo>
                  <a:lnTo>
                    <a:pt x="1642" y="2645"/>
                  </a:lnTo>
                  <a:lnTo>
                    <a:pt x="2098" y="2645"/>
                  </a:lnTo>
                  <a:lnTo>
                    <a:pt x="700" y="1217"/>
                  </a:lnTo>
                  <a:lnTo>
                    <a:pt x="2007" y="1"/>
                  </a:lnTo>
                  <a:lnTo>
                    <a:pt x="1551" y="1"/>
                  </a:lnTo>
                  <a:lnTo>
                    <a:pt x="365" y="109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9"/>
            <p:cNvSpPr/>
            <p:nvPr/>
          </p:nvSpPr>
          <p:spPr>
            <a:xfrm>
              <a:off x="625062" y="3723076"/>
              <a:ext cx="1626143" cy="1260580"/>
            </a:xfrm>
            <a:custGeom>
              <a:avLst/>
              <a:gdLst/>
              <a:ahLst/>
              <a:cxnLst/>
              <a:rect l="l" t="t" r="r" b="b"/>
              <a:pathLst>
                <a:path w="33527" h="25990" extrusionOk="0">
                  <a:moveTo>
                    <a:pt x="0" y="1"/>
                  </a:moveTo>
                  <a:lnTo>
                    <a:pt x="0" y="25989"/>
                  </a:lnTo>
                  <a:lnTo>
                    <a:pt x="33527" y="25989"/>
                  </a:lnTo>
                  <a:lnTo>
                    <a:pt x="335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9"/>
            <p:cNvSpPr/>
            <p:nvPr/>
          </p:nvSpPr>
          <p:spPr>
            <a:xfrm>
              <a:off x="645675" y="3743738"/>
              <a:ext cx="1587875" cy="1220711"/>
            </a:xfrm>
            <a:custGeom>
              <a:avLst/>
              <a:gdLst/>
              <a:ahLst/>
              <a:cxnLst/>
              <a:rect l="l" t="t" r="r" b="b"/>
              <a:pathLst>
                <a:path w="32738" h="25168" extrusionOk="0">
                  <a:moveTo>
                    <a:pt x="1" y="0"/>
                  </a:moveTo>
                  <a:lnTo>
                    <a:pt x="1" y="25168"/>
                  </a:lnTo>
                  <a:lnTo>
                    <a:pt x="32737" y="25168"/>
                  </a:lnTo>
                  <a:lnTo>
                    <a:pt x="327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9"/>
            <p:cNvSpPr/>
            <p:nvPr/>
          </p:nvSpPr>
          <p:spPr>
            <a:xfrm>
              <a:off x="644220" y="3743738"/>
              <a:ext cx="1587826" cy="128289"/>
            </a:xfrm>
            <a:custGeom>
              <a:avLst/>
              <a:gdLst/>
              <a:ahLst/>
              <a:cxnLst/>
              <a:rect l="l" t="t" r="r" b="b"/>
              <a:pathLst>
                <a:path w="32737" h="2645" extrusionOk="0">
                  <a:moveTo>
                    <a:pt x="1" y="0"/>
                  </a:moveTo>
                  <a:lnTo>
                    <a:pt x="1" y="2645"/>
                  </a:lnTo>
                  <a:lnTo>
                    <a:pt x="32737" y="2645"/>
                  </a:lnTo>
                  <a:lnTo>
                    <a:pt x="32737" y="0"/>
                  </a:ln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39"/>
            <p:cNvSpPr/>
            <p:nvPr/>
          </p:nvSpPr>
          <p:spPr>
            <a:xfrm>
              <a:off x="2122934" y="3759938"/>
              <a:ext cx="92931" cy="92931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15" y="191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39"/>
            <p:cNvSpPr/>
            <p:nvPr/>
          </p:nvSpPr>
          <p:spPr>
            <a:xfrm>
              <a:off x="2134721" y="3771724"/>
              <a:ext cx="69359" cy="69359"/>
            </a:xfrm>
            <a:custGeom>
              <a:avLst/>
              <a:gdLst/>
              <a:ahLst/>
              <a:cxnLst/>
              <a:rect l="l" t="t" r="r" b="b"/>
              <a:pathLst>
                <a:path w="1430" h="1430" fill="none" extrusionOk="0">
                  <a:moveTo>
                    <a:pt x="1" y="1430"/>
                  </a:moveTo>
                  <a:lnTo>
                    <a:pt x="1429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39"/>
            <p:cNvSpPr/>
            <p:nvPr/>
          </p:nvSpPr>
          <p:spPr>
            <a:xfrm>
              <a:off x="2134721" y="3771724"/>
              <a:ext cx="69359" cy="69359"/>
            </a:xfrm>
            <a:custGeom>
              <a:avLst/>
              <a:gdLst/>
              <a:ahLst/>
              <a:cxnLst/>
              <a:rect l="l" t="t" r="r" b="b"/>
              <a:pathLst>
                <a:path w="1430" h="1430" fill="none" extrusionOk="0">
                  <a:moveTo>
                    <a:pt x="1" y="1"/>
                  </a:moveTo>
                  <a:lnTo>
                    <a:pt x="1429" y="143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39"/>
            <p:cNvSpPr/>
            <p:nvPr/>
          </p:nvSpPr>
          <p:spPr>
            <a:xfrm>
              <a:off x="1997602" y="3759938"/>
              <a:ext cx="92931" cy="92931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1" y="1"/>
                  </a:moveTo>
                  <a:lnTo>
                    <a:pt x="1" y="1916"/>
                  </a:lnTo>
                  <a:lnTo>
                    <a:pt x="1916" y="191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39"/>
            <p:cNvSpPr/>
            <p:nvPr/>
          </p:nvSpPr>
          <p:spPr>
            <a:xfrm>
              <a:off x="2015306" y="3777642"/>
              <a:ext cx="57572" cy="57524"/>
            </a:xfrm>
            <a:custGeom>
              <a:avLst/>
              <a:gdLst/>
              <a:ahLst/>
              <a:cxnLst/>
              <a:rect l="l" t="t" r="r" b="b"/>
              <a:pathLst>
                <a:path w="1187" h="1186" fill="none" extrusionOk="0">
                  <a:moveTo>
                    <a:pt x="1" y="1"/>
                  </a:moveTo>
                  <a:lnTo>
                    <a:pt x="1186" y="1"/>
                  </a:lnTo>
                  <a:lnTo>
                    <a:pt x="1186" y="1186"/>
                  </a:lnTo>
                  <a:lnTo>
                    <a:pt x="1" y="118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39"/>
            <p:cNvSpPr/>
            <p:nvPr/>
          </p:nvSpPr>
          <p:spPr>
            <a:xfrm>
              <a:off x="2015306" y="3792386"/>
              <a:ext cx="57572" cy="49"/>
            </a:xfrm>
            <a:custGeom>
              <a:avLst/>
              <a:gdLst/>
              <a:ahLst/>
              <a:cxnLst/>
              <a:rect l="l" t="t" r="r" b="b"/>
              <a:pathLst>
                <a:path w="1187" h="1" fill="none" extrusionOk="0">
                  <a:moveTo>
                    <a:pt x="1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39"/>
            <p:cNvSpPr/>
            <p:nvPr/>
          </p:nvSpPr>
          <p:spPr>
            <a:xfrm>
              <a:off x="1872319" y="3759938"/>
              <a:ext cx="92931" cy="92931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0" y="1"/>
                  </a:moveTo>
                  <a:lnTo>
                    <a:pt x="0" y="1916"/>
                  </a:lnTo>
                  <a:lnTo>
                    <a:pt x="1915" y="191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39"/>
            <p:cNvSpPr/>
            <p:nvPr/>
          </p:nvSpPr>
          <p:spPr>
            <a:xfrm>
              <a:off x="1888519" y="383511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39"/>
            <p:cNvSpPr/>
            <p:nvPr/>
          </p:nvSpPr>
          <p:spPr>
            <a:xfrm>
              <a:off x="1011340" y="4585551"/>
              <a:ext cx="855099" cy="241833"/>
            </a:xfrm>
            <a:custGeom>
              <a:avLst/>
              <a:gdLst/>
              <a:ahLst/>
              <a:cxnLst/>
              <a:rect l="l" t="t" r="r" b="b"/>
              <a:pathLst>
                <a:path w="17630" h="4986" fill="none" extrusionOk="0">
                  <a:moveTo>
                    <a:pt x="0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0" y="49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39"/>
            <p:cNvSpPr/>
            <p:nvPr/>
          </p:nvSpPr>
          <p:spPr>
            <a:xfrm>
              <a:off x="1028995" y="4601751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1" y="1"/>
                  </a:moveTo>
                  <a:lnTo>
                    <a:pt x="16901" y="4286"/>
                  </a:lnTo>
                  <a:lnTo>
                    <a:pt x="1" y="4286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8" name="Google Shape;1548;p39"/>
          <p:cNvSpPr/>
          <p:nvPr/>
        </p:nvSpPr>
        <p:spPr>
          <a:xfrm>
            <a:off x="0" y="2999075"/>
            <a:ext cx="2548734" cy="227126"/>
          </a:xfrm>
          <a:custGeom>
            <a:avLst/>
            <a:gdLst/>
            <a:ahLst/>
            <a:cxnLst/>
            <a:rect l="l" t="t" r="r" b="b"/>
            <a:pathLst>
              <a:path w="25260" h="2251" fill="none" extrusionOk="0">
                <a:moveTo>
                  <a:pt x="25260" y="2250"/>
                </a:moveTo>
                <a:lnTo>
                  <a:pt x="21065" y="1"/>
                </a:lnTo>
                <a:lnTo>
                  <a:pt x="16840" y="2250"/>
                </a:lnTo>
                <a:lnTo>
                  <a:pt x="12645" y="1"/>
                </a:lnTo>
                <a:lnTo>
                  <a:pt x="8451" y="2250"/>
                </a:lnTo>
                <a:lnTo>
                  <a:pt x="4226" y="1"/>
                </a:lnTo>
                <a:lnTo>
                  <a:pt x="1" y="2250"/>
                </a:lnTo>
              </a:path>
            </a:pathLst>
          </a:custGeom>
          <a:noFill/>
          <a:ln w="190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39"/>
          <p:cNvSpPr/>
          <p:nvPr/>
        </p:nvSpPr>
        <p:spPr>
          <a:xfrm>
            <a:off x="9282501" y="1614751"/>
            <a:ext cx="29234" cy="21937"/>
          </a:xfrm>
          <a:custGeom>
            <a:avLst/>
            <a:gdLst/>
            <a:ahLst/>
            <a:cxnLst/>
            <a:rect l="l" t="t" r="r" b="b"/>
            <a:pathLst>
              <a:path w="609" h="457" extrusionOk="0">
                <a:moveTo>
                  <a:pt x="305" y="1"/>
                </a:moveTo>
                <a:cubicBezTo>
                  <a:pt x="1" y="1"/>
                  <a:pt x="1" y="457"/>
                  <a:pt x="305" y="457"/>
                </a:cubicBezTo>
                <a:cubicBezTo>
                  <a:pt x="608" y="457"/>
                  <a:pt x="608" y="1"/>
                  <a:pt x="30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39"/>
          <p:cNvSpPr/>
          <p:nvPr/>
        </p:nvSpPr>
        <p:spPr>
          <a:xfrm>
            <a:off x="6947488" y="3748125"/>
            <a:ext cx="1307888" cy="29327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dirty="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Batch-B7</a:t>
            </a:r>
            <a:endParaRPr b="1" i="0" dirty="0">
              <a:ln>
                <a:noFill/>
              </a:ln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9" name="Google Shape;162;p30"/>
          <p:cNvGrpSpPr/>
          <p:nvPr/>
        </p:nvGrpSpPr>
        <p:grpSpPr>
          <a:xfrm>
            <a:off x="136981" y="3902758"/>
            <a:ext cx="1704660" cy="1208120"/>
            <a:chOff x="305498" y="2315002"/>
            <a:chExt cx="3598324" cy="2117088"/>
          </a:xfrm>
        </p:grpSpPr>
        <p:grpSp>
          <p:nvGrpSpPr>
            <p:cNvPr id="160" name="Google Shape;163;p30"/>
            <p:cNvGrpSpPr/>
            <p:nvPr/>
          </p:nvGrpSpPr>
          <p:grpSpPr>
            <a:xfrm flipH="1">
              <a:off x="305498" y="2315002"/>
              <a:ext cx="3598324" cy="2014420"/>
              <a:chOff x="266475" y="728850"/>
              <a:chExt cx="6979900" cy="3907500"/>
            </a:xfrm>
          </p:grpSpPr>
          <p:sp>
            <p:nvSpPr>
              <p:cNvPr id="162" name="Google Shape;164;p30"/>
              <p:cNvSpPr/>
              <p:nvPr/>
            </p:nvSpPr>
            <p:spPr>
              <a:xfrm>
                <a:off x="3798950" y="4009225"/>
                <a:ext cx="1191175" cy="627125"/>
              </a:xfrm>
              <a:custGeom>
                <a:avLst/>
                <a:gdLst/>
                <a:ahLst/>
                <a:cxnLst/>
                <a:rect l="l" t="t" r="r" b="b"/>
                <a:pathLst>
                  <a:path w="47647" h="25085" fill="none" extrusionOk="0">
                    <a:moveTo>
                      <a:pt x="1" y="25084"/>
                    </a:moveTo>
                    <a:lnTo>
                      <a:pt x="7690" y="1"/>
                    </a:lnTo>
                    <a:lnTo>
                      <a:pt x="38950" y="1"/>
                    </a:lnTo>
                    <a:lnTo>
                      <a:pt x="47647" y="25084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5;p30"/>
              <p:cNvSpPr/>
              <p:nvPr/>
            </p:nvSpPr>
            <p:spPr>
              <a:xfrm>
                <a:off x="1627800" y="908475"/>
                <a:ext cx="5448425" cy="2924325"/>
              </a:xfrm>
              <a:custGeom>
                <a:avLst/>
                <a:gdLst/>
                <a:ahLst/>
                <a:cxnLst/>
                <a:rect l="l" t="t" r="r" b="b"/>
                <a:pathLst>
                  <a:path w="217937" h="116973" fill="none" extrusionOk="0">
                    <a:moveTo>
                      <a:pt x="5924" y="0"/>
                    </a:moveTo>
                    <a:lnTo>
                      <a:pt x="212012" y="0"/>
                    </a:lnTo>
                    <a:cubicBezTo>
                      <a:pt x="215289" y="0"/>
                      <a:pt x="217936" y="2647"/>
                      <a:pt x="217936" y="5924"/>
                    </a:cubicBezTo>
                    <a:lnTo>
                      <a:pt x="217936" y="111048"/>
                    </a:lnTo>
                    <a:cubicBezTo>
                      <a:pt x="217936" y="114325"/>
                      <a:pt x="215289" y="116972"/>
                      <a:pt x="212012" y="116972"/>
                    </a:cubicBezTo>
                    <a:lnTo>
                      <a:pt x="5924" y="116972"/>
                    </a:lnTo>
                    <a:cubicBezTo>
                      <a:pt x="2647" y="116972"/>
                      <a:pt x="0" y="114325"/>
                      <a:pt x="0" y="111048"/>
                    </a:cubicBezTo>
                    <a:lnTo>
                      <a:pt x="0" y="5924"/>
                    </a:lnTo>
                    <a:cubicBezTo>
                      <a:pt x="0" y="2647"/>
                      <a:pt x="2647" y="0"/>
                      <a:pt x="5924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6;p30"/>
              <p:cNvSpPr/>
              <p:nvPr/>
            </p:nvSpPr>
            <p:spPr>
              <a:xfrm>
                <a:off x="1457625" y="728850"/>
                <a:ext cx="5788750" cy="3280400"/>
              </a:xfrm>
              <a:custGeom>
                <a:avLst/>
                <a:gdLst/>
                <a:ahLst/>
                <a:cxnLst/>
                <a:rect l="l" t="t" r="r" b="b"/>
                <a:pathLst>
                  <a:path w="231550" h="131216" fill="none" extrusionOk="0">
                    <a:moveTo>
                      <a:pt x="6429" y="0"/>
                    </a:moveTo>
                    <a:lnTo>
                      <a:pt x="225122" y="0"/>
                    </a:lnTo>
                    <a:cubicBezTo>
                      <a:pt x="228651" y="0"/>
                      <a:pt x="231550" y="2900"/>
                      <a:pt x="231550" y="6429"/>
                    </a:cubicBezTo>
                    <a:lnTo>
                      <a:pt x="231550" y="124787"/>
                    </a:lnTo>
                    <a:cubicBezTo>
                      <a:pt x="231550" y="128443"/>
                      <a:pt x="228651" y="131216"/>
                      <a:pt x="225122" y="131216"/>
                    </a:cubicBezTo>
                    <a:lnTo>
                      <a:pt x="6429" y="131216"/>
                    </a:lnTo>
                    <a:cubicBezTo>
                      <a:pt x="2773" y="131216"/>
                      <a:pt x="0" y="128443"/>
                      <a:pt x="0" y="124787"/>
                    </a:cubicBezTo>
                    <a:lnTo>
                      <a:pt x="0" y="6429"/>
                    </a:lnTo>
                    <a:cubicBezTo>
                      <a:pt x="0" y="2900"/>
                      <a:pt x="2773" y="0"/>
                      <a:pt x="6429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7;p30"/>
              <p:cNvSpPr/>
              <p:nvPr/>
            </p:nvSpPr>
            <p:spPr>
              <a:xfrm>
                <a:off x="2141425" y="1450475"/>
                <a:ext cx="245825" cy="245800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2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8;p30"/>
              <p:cNvSpPr/>
              <p:nvPr/>
            </p:nvSpPr>
            <p:spPr>
              <a:xfrm>
                <a:off x="2141425" y="1781350"/>
                <a:ext cx="245825" cy="245800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2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9;p30"/>
              <p:cNvSpPr/>
              <p:nvPr/>
            </p:nvSpPr>
            <p:spPr>
              <a:xfrm>
                <a:off x="2141425" y="2115375"/>
                <a:ext cx="245825" cy="245825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3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5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5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70;p30"/>
              <p:cNvSpPr/>
              <p:nvPr/>
            </p:nvSpPr>
            <p:spPr>
              <a:xfrm>
                <a:off x="2141425" y="2446250"/>
                <a:ext cx="245825" cy="245825"/>
              </a:xfrm>
              <a:custGeom>
                <a:avLst/>
                <a:gdLst/>
                <a:ahLst/>
                <a:cxnLst/>
                <a:rect l="l" t="t" r="r" b="b"/>
                <a:pathLst>
                  <a:path w="9833" h="9833" fill="none" extrusionOk="0">
                    <a:moveTo>
                      <a:pt x="1135" y="0"/>
                    </a:moveTo>
                    <a:lnTo>
                      <a:pt x="8698" y="0"/>
                    </a:lnTo>
                    <a:cubicBezTo>
                      <a:pt x="9328" y="0"/>
                      <a:pt x="9832" y="504"/>
                      <a:pt x="9832" y="1135"/>
                    </a:cubicBezTo>
                    <a:lnTo>
                      <a:pt x="9832" y="8698"/>
                    </a:lnTo>
                    <a:cubicBezTo>
                      <a:pt x="9832" y="9328"/>
                      <a:pt x="9328" y="9832"/>
                      <a:pt x="8698" y="9832"/>
                    </a:cubicBezTo>
                    <a:lnTo>
                      <a:pt x="1135" y="9832"/>
                    </a:lnTo>
                    <a:cubicBezTo>
                      <a:pt x="505" y="9832"/>
                      <a:pt x="1" y="9328"/>
                      <a:pt x="1" y="8698"/>
                    </a:cubicBezTo>
                    <a:lnTo>
                      <a:pt x="1" y="1135"/>
                    </a:lnTo>
                    <a:cubicBezTo>
                      <a:pt x="1" y="504"/>
                      <a:pt x="505" y="0"/>
                      <a:pt x="1135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71;p30"/>
              <p:cNvSpPr/>
              <p:nvPr/>
            </p:nvSpPr>
            <p:spPr>
              <a:xfrm flipH="1">
                <a:off x="2077065" y="1456775"/>
                <a:ext cx="208000" cy="14497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799" fill="none" extrusionOk="0">
                    <a:moveTo>
                      <a:pt x="1" y="3404"/>
                    </a:moveTo>
                    <a:lnTo>
                      <a:pt x="2396" y="5799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2;p30"/>
              <p:cNvSpPr/>
              <p:nvPr/>
            </p:nvSpPr>
            <p:spPr>
              <a:xfrm flipH="1">
                <a:off x="2077065" y="1784500"/>
                <a:ext cx="208000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925" fill="none" extrusionOk="0">
                    <a:moveTo>
                      <a:pt x="1" y="3530"/>
                    </a:moveTo>
                    <a:lnTo>
                      <a:pt x="2396" y="5925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3;p30"/>
              <p:cNvSpPr/>
              <p:nvPr/>
            </p:nvSpPr>
            <p:spPr>
              <a:xfrm flipH="1">
                <a:off x="2077065" y="2115375"/>
                <a:ext cx="208000" cy="148125"/>
              </a:xfrm>
              <a:custGeom>
                <a:avLst/>
                <a:gdLst/>
                <a:ahLst/>
                <a:cxnLst/>
                <a:rect l="l" t="t" r="r" b="b"/>
                <a:pathLst>
                  <a:path w="8320" h="5925" fill="none" extrusionOk="0">
                    <a:moveTo>
                      <a:pt x="1" y="3530"/>
                    </a:moveTo>
                    <a:lnTo>
                      <a:pt x="2396" y="5925"/>
                    </a:lnTo>
                    <a:lnTo>
                      <a:pt x="8320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4;p30"/>
              <p:cNvSpPr/>
              <p:nvPr/>
            </p:nvSpPr>
            <p:spPr>
              <a:xfrm>
                <a:off x="2595200" y="1573375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5;p30"/>
              <p:cNvSpPr/>
              <p:nvPr/>
            </p:nvSpPr>
            <p:spPr>
              <a:xfrm>
                <a:off x="2595200" y="1904250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6;p30"/>
              <p:cNvSpPr/>
              <p:nvPr/>
            </p:nvSpPr>
            <p:spPr>
              <a:xfrm>
                <a:off x="2595200" y="2238275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7;p30"/>
              <p:cNvSpPr/>
              <p:nvPr/>
            </p:nvSpPr>
            <p:spPr>
              <a:xfrm>
                <a:off x="2595200" y="2569150"/>
                <a:ext cx="19663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78655" h="1" fill="none" extrusionOk="0">
                    <a:moveTo>
                      <a:pt x="1" y="0"/>
                    </a:moveTo>
                    <a:lnTo>
                      <a:pt x="78654" y="0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8;p30"/>
              <p:cNvSpPr/>
              <p:nvPr/>
            </p:nvSpPr>
            <p:spPr>
              <a:xfrm>
                <a:off x="5617200" y="3397900"/>
                <a:ext cx="642875" cy="1068600"/>
              </a:xfrm>
              <a:custGeom>
                <a:avLst/>
                <a:gdLst/>
                <a:ahLst/>
                <a:cxnLst/>
                <a:rect l="l" t="t" r="r" b="b"/>
                <a:pathLst>
                  <a:path w="25715" h="42744" extrusionOk="0">
                    <a:moveTo>
                      <a:pt x="1891" y="1"/>
                    </a:moveTo>
                    <a:cubicBezTo>
                      <a:pt x="631" y="1261"/>
                      <a:pt x="0" y="3152"/>
                      <a:pt x="505" y="4917"/>
                    </a:cubicBezTo>
                    <a:lnTo>
                      <a:pt x="9580" y="38949"/>
                    </a:lnTo>
                    <a:cubicBezTo>
                      <a:pt x="10200" y="41431"/>
                      <a:pt x="12291" y="42744"/>
                      <a:pt x="14409" y="42744"/>
                    </a:cubicBezTo>
                    <a:cubicBezTo>
                      <a:pt x="16163" y="42744"/>
                      <a:pt x="17937" y="41842"/>
                      <a:pt x="18907" y="39958"/>
                    </a:cubicBezTo>
                    <a:lnTo>
                      <a:pt x="24201" y="29496"/>
                    </a:lnTo>
                    <a:cubicBezTo>
                      <a:pt x="24454" y="28739"/>
                      <a:pt x="25084" y="28109"/>
                      <a:pt x="25714" y="27731"/>
                    </a:cubicBezTo>
                    <a:lnTo>
                      <a:pt x="1891" y="1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9;p30"/>
              <p:cNvSpPr/>
              <p:nvPr/>
            </p:nvSpPr>
            <p:spPr>
              <a:xfrm>
                <a:off x="5604600" y="3325425"/>
                <a:ext cx="1099775" cy="1169125"/>
              </a:xfrm>
              <a:custGeom>
                <a:avLst/>
                <a:gdLst/>
                <a:ahLst/>
                <a:cxnLst/>
                <a:rect l="l" t="t" r="r" b="b"/>
                <a:pathLst>
                  <a:path w="43991" h="46765" fill="none" extrusionOk="0">
                    <a:moveTo>
                      <a:pt x="39831" y="17143"/>
                    </a:moveTo>
                    <a:lnTo>
                      <a:pt x="8067" y="1891"/>
                    </a:lnTo>
                    <a:cubicBezTo>
                      <a:pt x="4160" y="1"/>
                      <a:pt x="0" y="3530"/>
                      <a:pt x="1009" y="7689"/>
                    </a:cubicBezTo>
                    <a:lnTo>
                      <a:pt x="10084" y="41722"/>
                    </a:lnTo>
                    <a:cubicBezTo>
                      <a:pt x="11218" y="46134"/>
                      <a:pt x="17269" y="46764"/>
                      <a:pt x="19411" y="42605"/>
                    </a:cubicBezTo>
                    <a:lnTo>
                      <a:pt x="24705" y="32143"/>
                    </a:lnTo>
                    <a:cubicBezTo>
                      <a:pt x="24958" y="31512"/>
                      <a:pt x="25588" y="30882"/>
                      <a:pt x="26218" y="30378"/>
                    </a:cubicBezTo>
                    <a:cubicBezTo>
                      <a:pt x="26722" y="30000"/>
                      <a:pt x="27226" y="29748"/>
                      <a:pt x="27731" y="29622"/>
                    </a:cubicBezTo>
                    <a:lnTo>
                      <a:pt x="38949" y="26471"/>
                    </a:lnTo>
                    <a:cubicBezTo>
                      <a:pt x="43487" y="25210"/>
                      <a:pt x="43991" y="19034"/>
                      <a:pt x="39831" y="17143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80;p30"/>
              <p:cNvSpPr/>
              <p:nvPr/>
            </p:nvSpPr>
            <p:spPr>
              <a:xfrm>
                <a:off x="5021625" y="1475675"/>
                <a:ext cx="1632325" cy="1629200"/>
              </a:xfrm>
              <a:custGeom>
                <a:avLst/>
                <a:gdLst/>
                <a:ahLst/>
                <a:cxnLst/>
                <a:rect l="l" t="t" r="r" b="b"/>
                <a:pathLst>
                  <a:path w="65293" h="65168" fill="none" extrusionOk="0">
                    <a:moveTo>
                      <a:pt x="53697" y="11597"/>
                    </a:moveTo>
                    <a:cubicBezTo>
                      <a:pt x="65293" y="23193"/>
                      <a:pt x="65293" y="41974"/>
                      <a:pt x="53697" y="53571"/>
                    </a:cubicBezTo>
                    <a:cubicBezTo>
                      <a:pt x="42100" y="65167"/>
                      <a:pt x="23193" y="65167"/>
                      <a:pt x="11597" y="53571"/>
                    </a:cubicBezTo>
                    <a:cubicBezTo>
                      <a:pt x="0" y="41974"/>
                      <a:pt x="0" y="23193"/>
                      <a:pt x="11597" y="11597"/>
                    </a:cubicBezTo>
                    <a:cubicBezTo>
                      <a:pt x="23193" y="1"/>
                      <a:pt x="42100" y="1"/>
                      <a:pt x="53697" y="1159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81;p30"/>
              <p:cNvSpPr/>
              <p:nvPr/>
            </p:nvSpPr>
            <p:spPr>
              <a:xfrm flipH="1">
                <a:off x="5511874" y="1995625"/>
                <a:ext cx="510525" cy="589300"/>
              </a:xfrm>
              <a:custGeom>
                <a:avLst/>
                <a:gdLst/>
                <a:ahLst/>
                <a:cxnLst/>
                <a:rect l="l" t="t" r="r" b="b"/>
                <a:pathLst>
                  <a:path w="20421" h="23572" fill="none" extrusionOk="0">
                    <a:moveTo>
                      <a:pt x="20421" y="11723"/>
                    </a:moveTo>
                    <a:lnTo>
                      <a:pt x="1" y="1"/>
                    </a:lnTo>
                    <a:lnTo>
                      <a:pt x="1" y="23571"/>
                    </a:ln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2;p30"/>
              <p:cNvSpPr/>
              <p:nvPr/>
            </p:nvSpPr>
            <p:spPr>
              <a:xfrm>
                <a:off x="2141425" y="3167875"/>
                <a:ext cx="1188025" cy="327750"/>
              </a:xfrm>
              <a:custGeom>
                <a:avLst/>
                <a:gdLst/>
                <a:ahLst/>
                <a:cxnLst/>
                <a:rect l="l" t="t" r="r" b="b"/>
                <a:pathLst>
                  <a:path w="47521" h="13110" extrusionOk="0">
                    <a:moveTo>
                      <a:pt x="6555" y="0"/>
                    </a:moveTo>
                    <a:cubicBezTo>
                      <a:pt x="2900" y="0"/>
                      <a:pt x="1" y="2899"/>
                      <a:pt x="1" y="6555"/>
                    </a:cubicBezTo>
                    <a:cubicBezTo>
                      <a:pt x="1" y="10084"/>
                      <a:pt x="2900" y="13109"/>
                      <a:pt x="6555" y="13109"/>
                    </a:cubicBezTo>
                    <a:lnTo>
                      <a:pt x="40966" y="13109"/>
                    </a:lnTo>
                    <a:cubicBezTo>
                      <a:pt x="44496" y="13109"/>
                      <a:pt x="47521" y="10084"/>
                      <a:pt x="47521" y="6555"/>
                    </a:cubicBezTo>
                    <a:cubicBezTo>
                      <a:pt x="47521" y="2899"/>
                      <a:pt x="44496" y="0"/>
                      <a:pt x="409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3;p30"/>
              <p:cNvSpPr/>
              <p:nvPr/>
            </p:nvSpPr>
            <p:spPr>
              <a:xfrm>
                <a:off x="3395600" y="3167875"/>
                <a:ext cx="1188025" cy="327750"/>
              </a:xfrm>
              <a:custGeom>
                <a:avLst/>
                <a:gdLst/>
                <a:ahLst/>
                <a:cxnLst/>
                <a:rect l="l" t="t" r="r" b="b"/>
                <a:pathLst>
                  <a:path w="47521" h="13110" extrusionOk="0">
                    <a:moveTo>
                      <a:pt x="6555" y="0"/>
                    </a:moveTo>
                    <a:cubicBezTo>
                      <a:pt x="2900" y="0"/>
                      <a:pt x="1" y="2899"/>
                      <a:pt x="1" y="6555"/>
                    </a:cubicBezTo>
                    <a:cubicBezTo>
                      <a:pt x="1" y="10084"/>
                      <a:pt x="2900" y="13109"/>
                      <a:pt x="6555" y="13109"/>
                    </a:cubicBezTo>
                    <a:lnTo>
                      <a:pt x="40966" y="13109"/>
                    </a:lnTo>
                    <a:cubicBezTo>
                      <a:pt x="44622" y="13109"/>
                      <a:pt x="47521" y="10084"/>
                      <a:pt x="47521" y="6555"/>
                    </a:cubicBezTo>
                    <a:cubicBezTo>
                      <a:pt x="47521" y="2899"/>
                      <a:pt x="44622" y="0"/>
                      <a:pt x="4096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4;p30"/>
              <p:cNvSpPr/>
              <p:nvPr/>
            </p:nvSpPr>
            <p:spPr>
              <a:xfrm>
                <a:off x="266475" y="1078625"/>
                <a:ext cx="822475" cy="1329825"/>
              </a:xfrm>
              <a:custGeom>
                <a:avLst/>
                <a:gdLst/>
                <a:ahLst/>
                <a:cxnLst/>
                <a:rect l="l" t="t" r="r" b="b"/>
                <a:pathLst>
                  <a:path w="32899" h="53193" fill="none" extrusionOk="0">
                    <a:moveTo>
                      <a:pt x="16513" y="53193"/>
                    </a:moveTo>
                    <a:lnTo>
                      <a:pt x="16513" y="53193"/>
                    </a:lnTo>
                    <a:cubicBezTo>
                      <a:pt x="7437" y="53193"/>
                      <a:pt x="0" y="45756"/>
                      <a:pt x="0" y="36681"/>
                    </a:cubicBezTo>
                    <a:lnTo>
                      <a:pt x="0" y="16513"/>
                    </a:lnTo>
                    <a:cubicBezTo>
                      <a:pt x="0" y="7438"/>
                      <a:pt x="7437" y="1"/>
                      <a:pt x="16513" y="127"/>
                    </a:cubicBezTo>
                    <a:lnTo>
                      <a:pt x="16513" y="127"/>
                    </a:lnTo>
                    <a:cubicBezTo>
                      <a:pt x="25588" y="127"/>
                      <a:pt x="32899" y="7438"/>
                      <a:pt x="32899" y="16513"/>
                    </a:cubicBezTo>
                    <a:lnTo>
                      <a:pt x="32899" y="36681"/>
                    </a:lnTo>
                    <a:cubicBezTo>
                      <a:pt x="32899" y="45756"/>
                      <a:pt x="25588" y="53193"/>
                      <a:pt x="16513" y="53193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5;p30"/>
              <p:cNvSpPr/>
              <p:nvPr/>
            </p:nvSpPr>
            <p:spPr>
              <a:xfrm>
                <a:off x="266475" y="1516650"/>
                <a:ext cx="82247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32899" h="1" fill="none" extrusionOk="0">
                    <a:moveTo>
                      <a:pt x="0" y="0"/>
                    </a:moveTo>
                    <a:lnTo>
                      <a:pt x="32899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6;p30"/>
              <p:cNvSpPr/>
              <p:nvPr/>
            </p:nvSpPr>
            <p:spPr>
              <a:xfrm>
                <a:off x="679275" y="1081775"/>
                <a:ext cx="25" cy="431750"/>
              </a:xfrm>
              <a:custGeom>
                <a:avLst/>
                <a:gdLst/>
                <a:ahLst/>
                <a:cxnLst/>
                <a:rect l="l" t="t" r="r" b="b"/>
                <a:pathLst>
                  <a:path w="1" h="17270" fill="none" extrusionOk="0">
                    <a:moveTo>
                      <a:pt x="1" y="1"/>
                    </a:moveTo>
                    <a:lnTo>
                      <a:pt x="1" y="17269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7;p30"/>
              <p:cNvSpPr/>
              <p:nvPr/>
            </p:nvSpPr>
            <p:spPr>
              <a:xfrm>
                <a:off x="654075" y="2408425"/>
                <a:ext cx="3252050" cy="1878150"/>
              </a:xfrm>
              <a:custGeom>
                <a:avLst/>
                <a:gdLst/>
                <a:ahLst/>
                <a:cxnLst/>
                <a:rect l="l" t="t" r="r" b="b"/>
                <a:pathLst>
                  <a:path w="130082" h="75126" fill="none" extrusionOk="0">
                    <a:moveTo>
                      <a:pt x="0" y="1"/>
                    </a:moveTo>
                    <a:lnTo>
                      <a:pt x="0" y="43739"/>
                    </a:lnTo>
                    <a:cubicBezTo>
                      <a:pt x="0" y="47016"/>
                      <a:pt x="2521" y="49663"/>
                      <a:pt x="5798" y="49663"/>
                    </a:cubicBezTo>
                    <a:lnTo>
                      <a:pt x="5798" y="49663"/>
                    </a:lnTo>
                    <a:cubicBezTo>
                      <a:pt x="9076" y="49663"/>
                      <a:pt x="11723" y="52310"/>
                      <a:pt x="11723" y="55462"/>
                    </a:cubicBezTo>
                    <a:lnTo>
                      <a:pt x="11723" y="69201"/>
                    </a:lnTo>
                    <a:cubicBezTo>
                      <a:pt x="11723" y="72478"/>
                      <a:pt x="14370" y="75125"/>
                      <a:pt x="17647" y="75125"/>
                    </a:cubicBezTo>
                    <a:lnTo>
                      <a:pt x="130081" y="75125"/>
                    </a:lnTo>
                  </a:path>
                </a:pathLst>
              </a:custGeom>
              <a:noFill/>
              <a:ln w="19050" cap="rnd" cmpd="sng">
                <a:solidFill>
                  <a:schemeClr val="dk1"/>
                </a:solidFill>
                <a:prstDash val="solid"/>
                <a:miter lim="1260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" name="Google Shape;188;p30"/>
            <p:cNvSpPr/>
            <p:nvPr/>
          </p:nvSpPr>
          <p:spPr>
            <a:xfrm flipH="1">
              <a:off x="1145474" y="4329419"/>
              <a:ext cx="1270334" cy="102670"/>
            </a:xfrm>
            <a:prstGeom prst="roundRect">
              <a:avLst>
                <a:gd name="adj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2" grpId="0"/>
      <p:bldP spid="1423" grpId="0" build="p"/>
      <p:bldP spid="155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3" name="Google Shape;1593;p42"/>
          <p:cNvGrpSpPr/>
          <p:nvPr/>
        </p:nvGrpSpPr>
        <p:grpSpPr>
          <a:xfrm>
            <a:off x="654848" y="2578690"/>
            <a:ext cx="2333217" cy="2161298"/>
            <a:chOff x="1391875" y="2481200"/>
            <a:chExt cx="2132545" cy="1975412"/>
          </a:xfrm>
        </p:grpSpPr>
        <p:sp>
          <p:nvSpPr>
            <p:cNvPr id="1594" name="Google Shape;1594;p42"/>
            <p:cNvSpPr/>
            <p:nvPr/>
          </p:nvSpPr>
          <p:spPr>
            <a:xfrm>
              <a:off x="1391875" y="2481200"/>
              <a:ext cx="1921392" cy="1487799"/>
            </a:xfrm>
            <a:custGeom>
              <a:avLst/>
              <a:gdLst/>
              <a:ahLst/>
              <a:cxnLst/>
              <a:rect l="l" t="t" r="r" b="b"/>
              <a:pathLst>
                <a:path w="42039" h="32554" extrusionOk="0">
                  <a:moveTo>
                    <a:pt x="1" y="0"/>
                  </a:moveTo>
                  <a:lnTo>
                    <a:pt x="1" y="32554"/>
                  </a:lnTo>
                  <a:lnTo>
                    <a:pt x="42038" y="32554"/>
                  </a:lnTo>
                  <a:lnTo>
                    <a:pt x="420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1414133" y="2503412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1"/>
                  </a:moveTo>
                  <a:lnTo>
                    <a:pt x="0" y="31582"/>
                  </a:lnTo>
                  <a:lnTo>
                    <a:pt x="41034" y="31582"/>
                  </a:lnTo>
                  <a:lnTo>
                    <a:pt x="410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1415504" y="2503412"/>
              <a:ext cx="1875505" cy="152875"/>
            </a:xfrm>
            <a:custGeom>
              <a:avLst/>
              <a:gdLst/>
              <a:ahLst/>
              <a:cxnLst/>
              <a:rect l="l" t="t" r="r" b="b"/>
              <a:pathLst>
                <a:path w="41035" h="3345" extrusionOk="0">
                  <a:moveTo>
                    <a:pt x="1" y="1"/>
                  </a:moveTo>
                  <a:lnTo>
                    <a:pt x="41035" y="1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1415504" y="2656245"/>
              <a:ext cx="1874134" cy="46"/>
            </a:xfrm>
            <a:custGeom>
              <a:avLst/>
              <a:gdLst/>
              <a:ahLst/>
              <a:cxnLst/>
              <a:rect l="l" t="t" r="r" b="b"/>
              <a:pathLst>
                <a:path w="41005" h="1" fill="none" extrusionOk="0">
                  <a:moveTo>
                    <a:pt x="1" y="0"/>
                  </a:moveTo>
                  <a:lnTo>
                    <a:pt x="41004" y="0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2"/>
            <p:cNvSpPr/>
            <p:nvPr/>
          </p:nvSpPr>
          <p:spPr>
            <a:xfrm>
              <a:off x="3158972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0" y="1"/>
                  </a:moveTo>
                  <a:lnTo>
                    <a:pt x="0" y="2463"/>
                  </a:lnTo>
                  <a:lnTo>
                    <a:pt x="2462" y="2463"/>
                  </a:lnTo>
                  <a:lnTo>
                    <a:pt x="24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2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1733"/>
                  </a:moveTo>
                  <a:lnTo>
                    <a:pt x="170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2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0"/>
                  </a:moveTo>
                  <a:lnTo>
                    <a:pt x="170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2"/>
            <p:cNvSpPr/>
            <p:nvPr/>
          </p:nvSpPr>
          <p:spPr>
            <a:xfrm>
              <a:off x="3010297" y="2521465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93" y="2463"/>
                  </a:lnTo>
                  <a:lnTo>
                    <a:pt x="24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2"/>
            <p:cNvSpPr/>
            <p:nvPr/>
          </p:nvSpPr>
          <p:spPr>
            <a:xfrm>
              <a:off x="3033926" y="2543723"/>
              <a:ext cx="66729" cy="66726"/>
            </a:xfrm>
            <a:custGeom>
              <a:avLst/>
              <a:gdLst/>
              <a:ahLst/>
              <a:cxnLst/>
              <a:rect l="l" t="t" r="r" b="b"/>
              <a:pathLst>
                <a:path w="1460" h="1460" fill="none" extrusionOk="0">
                  <a:moveTo>
                    <a:pt x="1" y="0"/>
                  </a:moveTo>
                  <a:lnTo>
                    <a:pt x="1459" y="0"/>
                  </a:lnTo>
                  <a:lnTo>
                    <a:pt x="1459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2"/>
            <p:cNvSpPr/>
            <p:nvPr/>
          </p:nvSpPr>
          <p:spPr>
            <a:xfrm>
              <a:off x="3033926" y="2560359"/>
              <a:ext cx="66729" cy="46"/>
            </a:xfrm>
            <a:custGeom>
              <a:avLst/>
              <a:gdLst/>
              <a:ahLst/>
              <a:cxnLst/>
              <a:rect l="l" t="t" r="r" b="b"/>
              <a:pathLst>
                <a:path w="1460" h="1" fill="none" extrusionOk="0">
                  <a:moveTo>
                    <a:pt x="1" y="1"/>
                  </a:moveTo>
                  <a:lnTo>
                    <a:pt x="1459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2"/>
            <p:cNvSpPr/>
            <p:nvPr/>
          </p:nvSpPr>
          <p:spPr>
            <a:xfrm>
              <a:off x="2863039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63" y="2463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2882509" y="2611775"/>
              <a:ext cx="73676" cy="46"/>
            </a:xfrm>
            <a:custGeom>
              <a:avLst/>
              <a:gdLst/>
              <a:ahLst/>
              <a:cxnLst/>
              <a:rect l="l" t="t" r="r" b="b"/>
              <a:pathLst>
                <a:path w="1612" h="1" fill="none" extrusionOk="0">
                  <a:moveTo>
                    <a:pt x="0" y="0"/>
                  </a:moveTo>
                  <a:lnTo>
                    <a:pt x="1611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3179813" y="2656245"/>
              <a:ext cx="118102" cy="1297494"/>
            </a:xfrm>
            <a:custGeom>
              <a:avLst/>
              <a:gdLst/>
              <a:ahLst/>
              <a:cxnLst/>
              <a:rect l="l" t="t" r="r" b="b"/>
              <a:pathLst>
                <a:path w="2584" h="28390" fill="none" extrusionOk="0">
                  <a:moveTo>
                    <a:pt x="0" y="0"/>
                  </a:moveTo>
                  <a:lnTo>
                    <a:pt x="2584" y="0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3210343" y="2689563"/>
              <a:ext cx="55623" cy="40355"/>
            </a:xfrm>
            <a:custGeom>
              <a:avLst/>
              <a:gdLst/>
              <a:ahLst/>
              <a:cxnLst/>
              <a:rect l="l" t="t" r="r" b="b"/>
              <a:pathLst>
                <a:path w="1217" h="883" extrusionOk="0">
                  <a:moveTo>
                    <a:pt x="609" y="1"/>
                  </a:moveTo>
                  <a:lnTo>
                    <a:pt x="1" y="882"/>
                  </a:lnTo>
                  <a:lnTo>
                    <a:pt x="1217" y="882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3179813" y="2760404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2"/>
            <p:cNvSpPr/>
            <p:nvPr/>
          </p:nvSpPr>
          <p:spPr>
            <a:xfrm>
              <a:off x="1500239" y="2721510"/>
              <a:ext cx="1919976" cy="1489216"/>
            </a:xfrm>
            <a:custGeom>
              <a:avLst/>
              <a:gdLst/>
              <a:ahLst/>
              <a:cxnLst/>
              <a:rect l="l" t="t" r="r" b="b"/>
              <a:pathLst>
                <a:path w="42008" h="32585" extrusionOk="0">
                  <a:moveTo>
                    <a:pt x="1" y="1"/>
                  </a:moveTo>
                  <a:lnTo>
                    <a:pt x="1" y="32585"/>
                  </a:lnTo>
                  <a:lnTo>
                    <a:pt x="42008" y="32585"/>
                  </a:lnTo>
                  <a:lnTo>
                    <a:pt x="420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2"/>
            <p:cNvSpPr/>
            <p:nvPr/>
          </p:nvSpPr>
          <p:spPr>
            <a:xfrm>
              <a:off x="1523868" y="2745139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0"/>
                  </a:moveTo>
                  <a:lnTo>
                    <a:pt x="0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2"/>
            <p:cNvSpPr/>
            <p:nvPr/>
          </p:nvSpPr>
          <p:spPr>
            <a:xfrm>
              <a:off x="1522451" y="2745139"/>
              <a:ext cx="1875550" cy="152829"/>
            </a:xfrm>
            <a:custGeom>
              <a:avLst/>
              <a:gdLst/>
              <a:ahLst/>
              <a:cxnLst/>
              <a:rect l="l" t="t" r="r" b="b"/>
              <a:pathLst>
                <a:path w="41036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2"/>
            <p:cNvSpPr/>
            <p:nvPr/>
          </p:nvSpPr>
          <p:spPr>
            <a:xfrm>
              <a:off x="1522451" y="2897926"/>
              <a:ext cx="1875550" cy="46"/>
            </a:xfrm>
            <a:custGeom>
              <a:avLst/>
              <a:gdLst/>
              <a:ahLst/>
              <a:cxnLst/>
              <a:rect l="l" t="t" r="r" b="b"/>
              <a:pathLst>
                <a:path w="41036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2"/>
            <p:cNvSpPr/>
            <p:nvPr/>
          </p:nvSpPr>
          <p:spPr>
            <a:xfrm>
              <a:off x="3267290" y="2761821"/>
              <a:ext cx="113988" cy="113936"/>
            </a:xfrm>
            <a:custGeom>
              <a:avLst/>
              <a:gdLst/>
              <a:ahLst/>
              <a:cxnLst/>
              <a:rect l="l" t="t" r="r" b="b"/>
              <a:pathLst>
                <a:path w="2494" h="2493" extrusionOk="0">
                  <a:moveTo>
                    <a:pt x="1" y="0"/>
                  </a:moveTo>
                  <a:lnTo>
                    <a:pt x="1" y="2493"/>
                  </a:lnTo>
                  <a:lnTo>
                    <a:pt x="2493" y="2493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2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1763"/>
                  </a:moveTo>
                  <a:lnTo>
                    <a:pt x="173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0"/>
                  </a:moveTo>
                  <a:lnTo>
                    <a:pt x="1733" y="176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3120078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3142290" y="2785404"/>
              <a:ext cx="68100" cy="66726"/>
            </a:xfrm>
            <a:custGeom>
              <a:avLst/>
              <a:gdLst/>
              <a:ahLst/>
              <a:cxnLst/>
              <a:rect l="l" t="t" r="r" b="b"/>
              <a:pathLst>
                <a:path w="1490" h="1460" fill="none" extrusionOk="0">
                  <a:moveTo>
                    <a:pt x="0" y="1"/>
                  </a:moveTo>
                  <a:lnTo>
                    <a:pt x="1490" y="1"/>
                  </a:lnTo>
                  <a:lnTo>
                    <a:pt x="1490" y="1460"/>
                  </a:lnTo>
                  <a:lnTo>
                    <a:pt x="0" y="1460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3142290" y="2802086"/>
              <a:ext cx="68100" cy="46"/>
            </a:xfrm>
            <a:custGeom>
              <a:avLst/>
              <a:gdLst/>
              <a:ahLst/>
              <a:cxnLst/>
              <a:rect l="l" t="t" r="r" b="b"/>
              <a:pathLst>
                <a:path w="1490" h="1" fill="none" extrusionOk="0">
                  <a:moveTo>
                    <a:pt x="0" y="1"/>
                  </a:moveTo>
                  <a:lnTo>
                    <a:pt x="1490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2972820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2989456" y="2852085"/>
              <a:ext cx="76464" cy="46"/>
            </a:xfrm>
            <a:custGeom>
              <a:avLst/>
              <a:gdLst/>
              <a:ahLst/>
              <a:cxnLst/>
              <a:rect l="l" t="t" r="r" b="b"/>
              <a:pathLst>
                <a:path w="1673" h="1" fill="none" extrusionOk="0">
                  <a:moveTo>
                    <a:pt x="1" y="1"/>
                  </a:moveTo>
                  <a:lnTo>
                    <a:pt x="167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3288131" y="2897926"/>
              <a:ext cx="118147" cy="1296123"/>
            </a:xfrm>
            <a:custGeom>
              <a:avLst/>
              <a:gdLst/>
              <a:ahLst/>
              <a:cxnLst/>
              <a:rect l="l" t="t" r="r" b="b"/>
              <a:pathLst>
                <a:path w="2585" h="28360" fill="none" extrusionOk="0">
                  <a:moveTo>
                    <a:pt x="1" y="1"/>
                  </a:moveTo>
                  <a:lnTo>
                    <a:pt x="2585" y="1"/>
                  </a:lnTo>
                  <a:lnTo>
                    <a:pt x="2585" y="28360"/>
                  </a:lnTo>
                  <a:lnTo>
                    <a:pt x="1" y="2836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3320124" y="2928502"/>
              <a:ext cx="54206" cy="41726"/>
            </a:xfrm>
            <a:custGeom>
              <a:avLst/>
              <a:gdLst/>
              <a:ahLst/>
              <a:cxnLst/>
              <a:rect l="l" t="t" r="r" b="b"/>
              <a:pathLst>
                <a:path w="1186" h="913" extrusionOk="0">
                  <a:moveTo>
                    <a:pt x="608" y="1"/>
                  </a:moveTo>
                  <a:lnTo>
                    <a:pt x="0" y="912"/>
                  </a:lnTo>
                  <a:lnTo>
                    <a:pt x="1185" y="91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FE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3288131" y="3002131"/>
              <a:ext cx="118147" cy="46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1"/>
                  </a:moveTo>
                  <a:lnTo>
                    <a:pt x="2585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1604444" y="2968813"/>
              <a:ext cx="1919976" cy="1487799"/>
            </a:xfrm>
            <a:custGeom>
              <a:avLst/>
              <a:gdLst/>
              <a:ahLst/>
              <a:cxnLst/>
              <a:rect l="l" t="t" r="r" b="b"/>
              <a:pathLst>
                <a:path w="42008" h="32554" extrusionOk="0">
                  <a:moveTo>
                    <a:pt x="0" y="0"/>
                  </a:moveTo>
                  <a:lnTo>
                    <a:pt x="0" y="32554"/>
                  </a:lnTo>
                  <a:lnTo>
                    <a:pt x="42007" y="32554"/>
                  </a:lnTo>
                  <a:lnTo>
                    <a:pt x="420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1626656" y="2989653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1" y="0"/>
                  </a:moveTo>
                  <a:lnTo>
                    <a:pt x="1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1626656" y="2989653"/>
              <a:ext cx="1875505" cy="152829"/>
            </a:xfrm>
            <a:custGeom>
              <a:avLst/>
              <a:gdLst/>
              <a:ahLst/>
              <a:cxnLst/>
              <a:rect l="l" t="t" r="r" b="b"/>
              <a:pathLst>
                <a:path w="41035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1626656" y="3143812"/>
              <a:ext cx="1875505" cy="46"/>
            </a:xfrm>
            <a:custGeom>
              <a:avLst/>
              <a:gdLst/>
              <a:ahLst/>
              <a:cxnLst/>
              <a:rect l="l" t="t" r="r" b="b"/>
              <a:pathLst>
                <a:path w="41035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3371495" y="3007706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93" y="2462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733"/>
                  </a:moveTo>
                  <a:lnTo>
                    <a:pt x="173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"/>
                  </a:moveTo>
                  <a:lnTo>
                    <a:pt x="173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3224237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3245078" y="3029918"/>
              <a:ext cx="68146" cy="66726"/>
            </a:xfrm>
            <a:custGeom>
              <a:avLst/>
              <a:gdLst/>
              <a:ahLst/>
              <a:cxnLst/>
              <a:rect l="l" t="t" r="r" b="b"/>
              <a:pathLst>
                <a:path w="1491" h="1460" fill="none" extrusionOk="0">
                  <a:moveTo>
                    <a:pt x="1" y="0"/>
                  </a:moveTo>
                  <a:lnTo>
                    <a:pt x="1490" y="0"/>
                  </a:lnTo>
                  <a:lnTo>
                    <a:pt x="1490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3245078" y="3046600"/>
              <a:ext cx="68146" cy="46"/>
            </a:xfrm>
            <a:custGeom>
              <a:avLst/>
              <a:gdLst/>
              <a:ahLst/>
              <a:cxnLst/>
              <a:rect l="l" t="t" r="r" b="b"/>
              <a:pathLst>
                <a:path w="1491" h="1" fill="none" extrusionOk="0">
                  <a:moveTo>
                    <a:pt x="1" y="0"/>
                  </a:moveTo>
                  <a:lnTo>
                    <a:pt x="1490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3076979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3093661" y="3097971"/>
              <a:ext cx="75048" cy="46"/>
            </a:xfrm>
            <a:custGeom>
              <a:avLst/>
              <a:gdLst/>
              <a:ahLst/>
              <a:cxnLst/>
              <a:rect l="l" t="t" r="r" b="b"/>
              <a:pathLst>
                <a:path w="1642" h="1" fill="none" extrusionOk="0">
                  <a:moveTo>
                    <a:pt x="1" y="1"/>
                  </a:moveTo>
                  <a:lnTo>
                    <a:pt x="1642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3390965" y="3143812"/>
              <a:ext cx="118102" cy="1297540"/>
            </a:xfrm>
            <a:custGeom>
              <a:avLst/>
              <a:gdLst/>
              <a:ahLst/>
              <a:cxnLst/>
              <a:rect l="l" t="t" r="r" b="b"/>
              <a:pathLst>
                <a:path w="2584" h="28391" fill="none" extrusionOk="0">
                  <a:moveTo>
                    <a:pt x="0" y="1"/>
                  </a:moveTo>
                  <a:lnTo>
                    <a:pt x="2584" y="1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3424283" y="3175804"/>
              <a:ext cx="54252" cy="40310"/>
            </a:xfrm>
            <a:custGeom>
              <a:avLst/>
              <a:gdLst/>
              <a:ahLst/>
              <a:cxnLst/>
              <a:rect l="l" t="t" r="r" b="b"/>
              <a:pathLst>
                <a:path w="1187" h="882" extrusionOk="0">
                  <a:moveTo>
                    <a:pt x="578" y="0"/>
                  </a:moveTo>
                  <a:lnTo>
                    <a:pt x="1" y="881"/>
                  </a:lnTo>
                  <a:lnTo>
                    <a:pt x="1186" y="8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3390965" y="3248016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9" name="Google Shape;1639;p42"/>
          <p:cNvGrpSpPr/>
          <p:nvPr/>
        </p:nvGrpSpPr>
        <p:grpSpPr>
          <a:xfrm rot="4371424">
            <a:off x="1020663" y="3686775"/>
            <a:ext cx="573904" cy="945562"/>
            <a:chOff x="1279175" y="2762450"/>
            <a:chExt cx="644426" cy="1061755"/>
          </a:xfrm>
        </p:grpSpPr>
        <p:sp>
          <p:nvSpPr>
            <p:cNvPr id="1640" name="Google Shape;1640;p42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2" name="Google Shape;1642;p42"/>
          <p:cNvGrpSpPr/>
          <p:nvPr/>
        </p:nvGrpSpPr>
        <p:grpSpPr>
          <a:xfrm>
            <a:off x="1896268" y="3668293"/>
            <a:ext cx="827136" cy="827136"/>
            <a:chOff x="2115375" y="3396150"/>
            <a:chExt cx="827136" cy="827136"/>
          </a:xfrm>
        </p:grpSpPr>
        <p:sp>
          <p:nvSpPr>
            <p:cNvPr id="1643" name="Google Shape;1643;p42"/>
            <p:cNvSpPr/>
            <p:nvPr/>
          </p:nvSpPr>
          <p:spPr>
            <a:xfrm>
              <a:off x="2115375" y="3396150"/>
              <a:ext cx="827136" cy="827136"/>
            </a:xfrm>
            <a:custGeom>
              <a:avLst/>
              <a:gdLst/>
              <a:ahLst/>
              <a:cxnLst/>
              <a:rect l="l" t="t" r="r" b="b"/>
              <a:pathLst>
                <a:path w="10487" h="10487" fill="none" extrusionOk="0">
                  <a:moveTo>
                    <a:pt x="10487" y="5228"/>
                  </a:moveTo>
                  <a:cubicBezTo>
                    <a:pt x="10487" y="8146"/>
                    <a:pt x="8116" y="10487"/>
                    <a:pt x="5228" y="10487"/>
                  </a:cubicBezTo>
                  <a:cubicBezTo>
                    <a:pt x="2341" y="10487"/>
                    <a:pt x="0" y="8146"/>
                    <a:pt x="0" y="5228"/>
                  </a:cubicBezTo>
                  <a:cubicBezTo>
                    <a:pt x="0" y="2341"/>
                    <a:pt x="2341" y="0"/>
                    <a:pt x="5228" y="0"/>
                  </a:cubicBezTo>
                  <a:cubicBezTo>
                    <a:pt x="8116" y="0"/>
                    <a:pt x="10487" y="2341"/>
                    <a:pt x="10487" y="5228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2271146" y="3892409"/>
              <a:ext cx="520322" cy="189452"/>
            </a:xfrm>
            <a:custGeom>
              <a:avLst/>
              <a:gdLst/>
              <a:ahLst/>
              <a:cxnLst/>
              <a:rect l="l" t="t" r="r" b="b"/>
              <a:pathLst>
                <a:path w="6597" h="2402" fill="none" extrusionOk="0">
                  <a:moveTo>
                    <a:pt x="1" y="0"/>
                  </a:moveTo>
                  <a:cubicBezTo>
                    <a:pt x="457" y="1429"/>
                    <a:pt x="1733" y="2402"/>
                    <a:pt x="3284" y="2402"/>
                  </a:cubicBezTo>
                  <a:cubicBezTo>
                    <a:pt x="4803" y="2402"/>
                    <a:pt x="6141" y="1429"/>
                    <a:pt x="6597" y="0"/>
                  </a:cubicBezTo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2311923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9" y="1673"/>
                  </a:cubicBezTo>
                  <a:cubicBezTo>
                    <a:pt x="274" y="1673"/>
                    <a:pt x="1" y="1308"/>
                    <a:pt x="1" y="852"/>
                  </a:cubicBezTo>
                  <a:cubicBezTo>
                    <a:pt x="1" y="396"/>
                    <a:pt x="274" y="1"/>
                    <a:pt x="609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2649966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8" y="1673"/>
                  </a:cubicBezTo>
                  <a:cubicBezTo>
                    <a:pt x="274" y="1673"/>
                    <a:pt x="0" y="1308"/>
                    <a:pt x="0" y="852"/>
                  </a:cubicBezTo>
                  <a:cubicBezTo>
                    <a:pt x="0" y="396"/>
                    <a:pt x="274" y="1"/>
                    <a:pt x="608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" name="Google Shape;10899;p80"/>
          <p:cNvGrpSpPr/>
          <p:nvPr/>
        </p:nvGrpSpPr>
        <p:grpSpPr>
          <a:xfrm>
            <a:off x="5150993" y="1475381"/>
            <a:ext cx="1014631" cy="937954"/>
            <a:chOff x="4891198" y="2925108"/>
            <a:chExt cx="334634" cy="334634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7" name="Google Shape;10900;p80"/>
            <p:cNvSpPr/>
            <p:nvPr/>
          </p:nvSpPr>
          <p:spPr>
            <a:xfrm>
              <a:off x="5001829" y="2925108"/>
              <a:ext cx="113338" cy="150831"/>
            </a:xfrm>
            <a:custGeom>
              <a:avLst/>
              <a:gdLst/>
              <a:ahLst/>
              <a:cxnLst/>
              <a:rect l="l" t="t" r="r" b="b"/>
              <a:pathLst>
                <a:path w="3561" h="4739" extrusionOk="0">
                  <a:moveTo>
                    <a:pt x="1822" y="333"/>
                  </a:moveTo>
                  <a:cubicBezTo>
                    <a:pt x="2251" y="333"/>
                    <a:pt x="2596" y="691"/>
                    <a:pt x="2596" y="1107"/>
                  </a:cubicBezTo>
                  <a:lnTo>
                    <a:pt x="2596" y="1214"/>
                  </a:lnTo>
                  <a:lnTo>
                    <a:pt x="2573" y="1214"/>
                  </a:lnTo>
                  <a:cubicBezTo>
                    <a:pt x="2358" y="1155"/>
                    <a:pt x="2275" y="857"/>
                    <a:pt x="2263" y="857"/>
                  </a:cubicBezTo>
                  <a:cubicBezTo>
                    <a:pt x="2251" y="798"/>
                    <a:pt x="2203" y="738"/>
                    <a:pt x="2132" y="738"/>
                  </a:cubicBezTo>
                  <a:cubicBezTo>
                    <a:pt x="2119" y="733"/>
                    <a:pt x="2105" y="731"/>
                    <a:pt x="2092" y="731"/>
                  </a:cubicBezTo>
                  <a:cubicBezTo>
                    <a:pt x="2043" y="731"/>
                    <a:pt x="1993" y="761"/>
                    <a:pt x="1965" y="798"/>
                  </a:cubicBezTo>
                  <a:cubicBezTo>
                    <a:pt x="1668" y="1214"/>
                    <a:pt x="1001" y="1214"/>
                    <a:pt x="1001" y="1214"/>
                  </a:cubicBezTo>
                  <a:lnTo>
                    <a:pt x="953" y="1214"/>
                  </a:lnTo>
                  <a:lnTo>
                    <a:pt x="965" y="1107"/>
                  </a:lnTo>
                  <a:cubicBezTo>
                    <a:pt x="965" y="679"/>
                    <a:pt x="1322" y="333"/>
                    <a:pt x="1739" y="333"/>
                  </a:cubicBezTo>
                  <a:close/>
                  <a:moveTo>
                    <a:pt x="2739" y="1655"/>
                  </a:moveTo>
                  <a:cubicBezTo>
                    <a:pt x="2775" y="1691"/>
                    <a:pt x="2775" y="1715"/>
                    <a:pt x="2775" y="1750"/>
                  </a:cubicBezTo>
                  <a:cubicBezTo>
                    <a:pt x="2775" y="1786"/>
                    <a:pt x="2751" y="1834"/>
                    <a:pt x="2703" y="1845"/>
                  </a:cubicBezTo>
                  <a:lnTo>
                    <a:pt x="2703" y="1655"/>
                  </a:lnTo>
                  <a:close/>
                  <a:moveTo>
                    <a:pt x="846" y="1667"/>
                  </a:moveTo>
                  <a:lnTo>
                    <a:pt x="846" y="1881"/>
                  </a:lnTo>
                  <a:cubicBezTo>
                    <a:pt x="822" y="1845"/>
                    <a:pt x="787" y="1822"/>
                    <a:pt x="787" y="1762"/>
                  </a:cubicBezTo>
                  <a:cubicBezTo>
                    <a:pt x="787" y="1715"/>
                    <a:pt x="810" y="1691"/>
                    <a:pt x="822" y="1667"/>
                  </a:cubicBezTo>
                  <a:close/>
                  <a:moveTo>
                    <a:pt x="2084" y="1179"/>
                  </a:moveTo>
                  <a:cubicBezTo>
                    <a:pt x="2144" y="1298"/>
                    <a:pt x="2251" y="1417"/>
                    <a:pt x="2394" y="1476"/>
                  </a:cubicBezTo>
                  <a:lnTo>
                    <a:pt x="2382" y="1953"/>
                  </a:lnTo>
                  <a:cubicBezTo>
                    <a:pt x="2382" y="2250"/>
                    <a:pt x="2144" y="2477"/>
                    <a:pt x="1858" y="2477"/>
                  </a:cubicBezTo>
                  <a:lnTo>
                    <a:pt x="1715" y="2477"/>
                  </a:lnTo>
                  <a:cubicBezTo>
                    <a:pt x="1418" y="2477"/>
                    <a:pt x="1191" y="2238"/>
                    <a:pt x="1191" y="1953"/>
                  </a:cubicBezTo>
                  <a:lnTo>
                    <a:pt x="1191" y="1524"/>
                  </a:lnTo>
                  <a:cubicBezTo>
                    <a:pt x="1406" y="1488"/>
                    <a:pt x="1787" y="1417"/>
                    <a:pt x="2084" y="1179"/>
                  </a:cubicBezTo>
                  <a:close/>
                  <a:moveTo>
                    <a:pt x="1965" y="2798"/>
                  </a:moveTo>
                  <a:lnTo>
                    <a:pt x="1965" y="2893"/>
                  </a:lnTo>
                  <a:lnTo>
                    <a:pt x="1787" y="3084"/>
                  </a:lnTo>
                  <a:lnTo>
                    <a:pt x="1608" y="2917"/>
                  </a:lnTo>
                  <a:lnTo>
                    <a:pt x="1608" y="2798"/>
                  </a:lnTo>
                  <a:close/>
                  <a:moveTo>
                    <a:pt x="1751" y="0"/>
                  </a:moveTo>
                  <a:cubicBezTo>
                    <a:pt x="1144" y="0"/>
                    <a:pt x="644" y="512"/>
                    <a:pt x="644" y="1119"/>
                  </a:cubicBezTo>
                  <a:lnTo>
                    <a:pt x="644" y="1417"/>
                  </a:lnTo>
                  <a:cubicBezTo>
                    <a:pt x="537" y="1512"/>
                    <a:pt x="465" y="1643"/>
                    <a:pt x="465" y="1774"/>
                  </a:cubicBezTo>
                  <a:cubicBezTo>
                    <a:pt x="465" y="2000"/>
                    <a:pt x="656" y="2203"/>
                    <a:pt x="894" y="2226"/>
                  </a:cubicBezTo>
                  <a:cubicBezTo>
                    <a:pt x="953" y="2429"/>
                    <a:pt x="1108" y="2596"/>
                    <a:pt x="1287" y="2703"/>
                  </a:cubicBezTo>
                  <a:lnTo>
                    <a:pt x="1287" y="2786"/>
                  </a:lnTo>
                  <a:lnTo>
                    <a:pt x="596" y="3060"/>
                  </a:lnTo>
                  <a:cubicBezTo>
                    <a:pt x="537" y="3084"/>
                    <a:pt x="1" y="3298"/>
                    <a:pt x="1" y="3965"/>
                  </a:cubicBezTo>
                  <a:lnTo>
                    <a:pt x="1" y="4560"/>
                  </a:lnTo>
                  <a:cubicBezTo>
                    <a:pt x="1" y="4643"/>
                    <a:pt x="72" y="4727"/>
                    <a:pt x="167" y="4727"/>
                  </a:cubicBezTo>
                  <a:lnTo>
                    <a:pt x="584" y="4727"/>
                  </a:lnTo>
                  <a:cubicBezTo>
                    <a:pt x="668" y="4727"/>
                    <a:pt x="739" y="4643"/>
                    <a:pt x="739" y="4560"/>
                  </a:cubicBezTo>
                  <a:cubicBezTo>
                    <a:pt x="739" y="4465"/>
                    <a:pt x="668" y="4393"/>
                    <a:pt x="584" y="4393"/>
                  </a:cubicBezTo>
                  <a:lnTo>
                    <a:pt x="322" y="4393"/>
                  </a:lnTo>
                  <a:lnTo>
                    <a:pt x="322" y="3965"/>
                  </a:lnTo>
                  <a:cubicBezTo>
                    <a:pt x="322" y="3500"/>
                    <a:pt x="691" y="3369"/>
                    <a:pt x="703" y="3369"/>
                  </a:cubicBezTo>
                  <a:lnTo>
                    <a:pt x="715" y="3369"/>
                  </a:lnTo>
                  <a:lnTo>
                    <a:pt x="1334" y="3131"/>
                  </a:lnTo>
                  <a:lnTo>
                    <a:pt x="1668" y="3453"/>
                  </a:lnTo>
                  <a:cubicBezTo>
                    <a:pt x="1703" y="3489"/>
                    <a:pt x="1739" y="3500"/>
                    <a:pt x="1787" y="3500"/>
                  </a:cubicBezTo>
                  <a:cubicBezTo>
                    <a:pt x="1834" y="3500"/>
                    <a:pt x="1870" y="3489"/>
                    <a:pt x="1906" y="3453"/>
                  </a:cubicBezTo>
                  <a:lnTo>
                    <a:pt x="2215" y="3131"/>
                  </a:lnTo>
                  <a:lnTo>
                    <a:pt x="2846" y="3381"/>
                  </a:lnTo>
                  <a:lnTo>
                    <a:pt x="2858" y="3381"/>
                  </a:lnTo>
                  <a:cubicBezTo>
                    <a:pt x="2858" y="3381"/>
                    <a:pt x="3227" y="3512"/>
                    <a:pt x="3227" y="3977"/>
                  </a:cubicBezTo>
                  <a:lnTo>
                    <a:pt x="3227" y="4405"/>
                  </a:lnTo>
                  <a:lnTo>
                    <a:pt x="1120" y="4405"/>
                  </a:lnTo>
                  <a:cubicBezTo>
                    <a:pt x="1025" y="4405"/>
                    <a:pt x="953" y="4489"/>
                    <a:pt x="953" y="4572"/>
                  </a:cubicBezTo>
                  <a:cubicBezTo>
                    <a:pt x="953" y="4667"/>
                    <a:pt x="1025" y="4739"/>
                    <a:pt x="1120" y="4739"/>
                  </a:cubicBezTo>
                  <a:lnTo>
                    <a:pt x="3394" y="4739"/>
                  </a:lnTo>
                  <a:cubicBezTo>
                    <a:pt x="3477" y="4739"/>
                    <a:pt x="3561" y="4667"/>
                    <a:pt x="3561" y="4572"/>
                  </a:cubicBezTo>
                  <a:lnTo>
                    <a:pt x="3561" y="3977"/>
                  </a:lnTo>
                  <a:cubicBezTo>
                    <a:pt x="3561" y="3310"/>
                    <a:pt x="3037" y="3084"/>
                    <a:pt x="2965" y="3072"/>
                  </a:cubicBezTo>
                  <a:lnTo>
                    <a:pt x="2311" y="2798"/>
                  </a:lnTo>
                  <a:lnTo>
                    <a:pt x="2311" y="2715"/>
                  </a:lnTo>
                  <a:cubicBezTo>
                    <a:pt x="2489" y="2607"/>
                    <a:pt x="2620" y="2441"/>
                    <a:pt x="2692" y="2238"/>
                  </a:cubicBezTo>
                  <a:cubicBezTo>
                    <a:pt x="2930" y="2226"/>
                    <a:pt x="3120" y="2012"/>
                    <a:pt x="3120" y="1774"/>
                  </a:cubicBezTo>
                  <a:cubicBezTo>
                    <a:pt x="3120" y="1631"/>
                    <a:pt x="3049" y="1488"/>
                    <a:pt x="2942" y="1417"/>
                  </a:cubicBezTo>
                  <a:lnTo>
                    <a:pt x="2942" y="1119"/>
                  </a:lnTo>
                  <a:cubicBezTo>
                    <a:pt x="2942" y="512"/>
                    <a:pt x="2442" y="0"/>
                    <a:pt x="18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Google Shape;10901;p80"/>
            <p:cNvSpPr/>
            <p:nvPr/>
          </p:nvSpPr>
          <p:spPr>
            <a:xfrm>
              <a:off x="5102628" y="2933033"/>
              <a:ext cx="98188" cy="76991"/>
            </a:xfrm>
            <a:custGeom>
              <a:avLst/>
              <a:gdLst/>
              <a:ahLst/>
              <a:cxnLst/>
              <a:rect l="l" t="t" r="r" b="b"/>
              <a:pathLst>
                <a:path w="3085" h="2419" extrusionOk="0">
                  <a:moveTo>
                    <a:pt x="181" y="1"/>
                  </a:moveTo>
                  <a:cubicBezTo>
                    <a:pt x="116" y="1"/>
                    <a:pt x="55" y="44"/>
                    <a:pt x="37" y="108"/>
                  </a:cubicBezTo>
                  <a:cubicBezTo>
                    <a:pt x="1" y="192"/>
                    <a:pt x="48" y="287"/>
                    <a:pt x="132" y="323"/>
                  </a:cubicBezTo>
                  <a:cubicBezTo>
                    <a:pt x="1215" y="680"/>
                    <a:pt x="2132" y="1394"/>
                    <a:pt x="2751" y="2347"/>
                  </a:cubicBezTo>
                  <a:cubicBezTo>
                    <a:pt x="2787" y="2394"/>
                    <a:pt x="2846" y="2418"/>
                    <a:pt x="2894" y="2418"/>
                  </a:cubicBezTo>
                  <a:cubicBezTo>
                    <a:pt x="2918" y="2418"/>
                    <a:pt x="2954" y="2406"/>
                    <a:pt x="2977" y="2394"/>
                  </a:cubicBezTo>
                  <a:cubicBezTo>
                    <a:pt x="3049" y="2347"/>
                    <a:pt x="3085" y="2239"/>
                    <a:pt x="3025" y="2168"/>
                  </a:cubicBezTo>
                  <a:cubicBezTo>
                    <a:pt x="2370" y="1156"/>
                    <a:pt x="1382" y="382"/>
                    <a:pt x="239" y="13"/>
                  </a:cubicBezTo>
                  <a:cubicBezTo>
                    <a:pt x="220" y="5"/>
                    <a:pt x="200" y="1"/>
                    <a:pt x="1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Google Shape;10902;p80"/>
            <p:cNvSpPr/>
            <p:nvPr/>
          </p:nvSpPr>
          <p:spPr>
            <a:xfrm>
              <a:off x="4915832" y="2932492"/>
              <a:ext cx="98920" cy="77532"/>
            </a:xfrm>
            <a:custGeom>
              <a:avLst/>
              <a:gdLst/>
              <a:ahLst/>
              <a:cxnLst/>
              <a:rect l="l" t="t" r="r" b="b"/>
              <a:pathLst>
                <a:path w="3108" h="2436" extrusionOk="0">
                  <a:moveTo>
                    <a:pt x="2914" y="0"/>
                  </a:moveTo>
                  <a:cubicBezTo>
                    <a:pt x="2899" y="0"/>
                    <a:pt x="2884" y="2"/>
                    <a:pt x="2869" y="6"/>
                  </a:cubicBezTo>
                  <a:cubicBezTo>
                    <a:pt x="1703" y="375"/>
                    <a:pt x="714" y="1161"/>
                    <a:pt x="36" y="2185"/>
                  </a:cubicBezTo>
                  <a:cubicBezTo>
                    <a:pt x="0" y="2256"/>
                    <a:pt x="24" y="2364"/>
                    <a:pt x="95" y="2411"/>
                  </a:cubicBezTo>
                  <a:cubicBezTo>
                    <a:pt x="131" y="2423"/>
                    <a:pt x="155" y="2435"/>
                    <a:pt x="191" y="2435"/>
                  </a:cubicBezTo>
                  <a:cubicBezTo>
                    <a:pt x="250" y="2435"/>
                    <a:pt x="298" y="2411"/>
                    <a:pt x="322" y="2364"/>
                  </a:cubicBezTo>
                  <a:cubicBezTo>
                    <a:pt x="953" y="1399"/>
                    <a:pt x="1881" y="685"/>
                    <a:pt x="2977" y="328"/>
                  </a:cubicBezTo>
                  <a:cubicBezTo>
                    <a:pt x="3060" y="292"/>
                    <a:pt x="3108" y="209"/>
                    <a:pt x="3072" y="113"/>
                  </a:cubicBezTo>
                  <a:cubicBezTo>
                    <a:pt x="3052" y="44"/>
                    <a:pt x="2984" y="0"/>
                    <a:pt x="29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Google Shape;10903;p80"/>
            <p:cNvSpPr/>
            <p:nvPr/>
          </p:nvSpPr>
          <p:spPr>
            <a:xfrm>
              <a:off x="4915832" y="3174254"/>
              <a:ext cx="80746" cy="70689"/>
            </a:xfrm>
            <a:custGeom>
              <a:avLst/>
              <a:gdLst/>
              <a:ahLst/>
              <a:cxnLst/>
              <a:rect l="l" t="t" r="r" b="b"/>
              <a:pathLst>
                <a:path w="2537" h="2221" extrusionOk="0">
                  <a:moveTo>
                    <a:pt x="185" y="0"/>
                  </a:moveTo>
                  <a:cubicBezTo>
                    <a:pt x="155" y="0"/>
                    <a:pt x="125" y="9"/>
                    <a:pt x="95" y="30"/>
                  </a:cubicBezTo>
                  <a:cubicBezTo>
                    <a:pt x="24" y="78"/>
                    <a:pt x="0" y="185"/>
                    <a:pt x="60" y="256"/>
                  </a:cubicBezTo>
                  <a:cubicBezTo>
                    <a:pt x="607" y="1102"/>
                    <a:pt x="1381" y="1780"/>
                    <a:pt x="2286" y="2209"/>
                  </a:cubicBezTo>
                  <a:cubicBezTo>
                    <a:pt x="2322" y="2221"/>
                    <a:pt x="2334" y="2221"/>
                    <a:pt x="2357" y="2221"/>
                  </a:cubicBezTo>
                  <a:cubicBezTo>
                    <a:pt x="2417" y="2221"/>
                    <a:pt x="2477" y="2197"/>
                    <a:pt x="2512" y="2138"/>
                  </a:cubicBezTo>
                  <a:cubicBezTo>
                    <a:pt x="2536" y="2030"/>
                    <a:pt x="2512" y="1923"/>
                    <a:pt x="2417" y="1899"/>
                  </a:cubicBezTo>
                  <a:cubicBezTo>
                    <a:pt x="1560" y="1495"/>
                    <a:pt x="845" y="864"/>
                    <a:pt x="322" y="78"/>
                  </a:cubicBezTo>
                  <a:cubicBezTo>
                    <a:pt x="291" y="31"/>
                    <a:pt x="240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Google Shape;10904;p80"/>
            <p:cNvSpPr/>
            <p:nvPr/>
          </p:nvSpPr>
          <p:spPr>
            <a:xfrm>
              <a:off x="5121215" y="3173936"/>
              <a:ext cx="79601" cy="69511"/>
            </a:xfrm>
            <a:custGeom>
              <a:avLst/>
              <a:gdLst/>
              <a:ahLst/>
              <a:cxnLst/>
              <a:rect l="l" t="t" r="r" b="b"/>
              <a:pathLst>
                <a:path w="2501" h="2184" extrusionOk="0">
                  <a:moveTo>
                    <a:pt x="2301" y="0"/>
                  </a:moveTo>
                  <a:cubicBezTo>
                    <a:pt x="2250" y="0"/>
                    <a:pt x="2201" y="25"/>
                    <a:pt x="2179" y="76"/>
                  </a:cubicBezTo>
                  <a:cubicBezTo>
                    <a:pt x="1667" y="862"/>
                    <a:pt x="953" y="1481"/>
                    <a:pt x="119" y="1874"/>
                  </a:cubicBezTo>
                  <a:cubicBezTo>
                    <a:pt x="36" y="1921"/>
                    <a:pt x="0" y="2005"/>
                    <a:pt x="48" y="2100"/>
                  </a:cubicBezTo>
                  <a:cubicBezTo>
                    <a:pt x="72" y="2159"/>
                    <a:pt x="131" y="2183"/>
                    <a:pt x="191" y="2183"/>
                  </a:cubicBezTo>
                  <a:cubicBezTo>
                    <a:pt x="226" y="2183"/>
                    <a:pt x="238" y="2183"/>
                    <a:pt x="274" y="2171"/>
                  </a:cubicBezTo>
                  <a:cubicBezTo>
                    <a:pt x="1167" y="1755"/>
                    <a:pt x="1941" y="1088"/>
                    <a:pt x="2477" y="231"/>
                  </a:cubicBezTo>
                  <a:cubicBezTo>
                    <a:pt x="2501" y="183"/>
                    <a:pt x="2489" y="76"/>
                    <a:pt x="2393" y="28"/>
                  </a:cubicBezTo>
                  <a:cubicBezTo>
                    <a:pt x="2366" y="10"/>
                    <a:pt x="2333" y="0"/>
                    <a:pt x="23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Google Shape;10905;p80"/>
            <p:cNvSpPr/>
            <p:nvPr/>
          </p:nvSpPr>
          <p:spPr>
            <a:xfrm>
              <a:off x="4891198" y="3016803"/>
              <a:ext cx="112956" cy="150831"/>
            </a:xfrm>
            <a:custGeom>
              <a:avLst/>
              <a:gdLst/>
              <a:ahLst/>
              <a:cxnLst/>
              <a:rect l="l" t="t" r="r" b="b"/>
              <a:pathLst>
                <a:path w="3549" h="4739" extrusionOk="0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6" y="1203"/>
                  </a:lnTo>
                  <a:lnTo>
                    <a:pt x="976" y="1096"/>
                  </a:lnTo>
                  <a:cubicBezTo>
                    <a:pt x="976" y="667"/>
                    <a:pt x="1334" y="322"/>
                    <a:pt x="1750" y="322"/>
                  </a:cubicBezTo>
                  <a:close/>
                  <a:moveTo>
                    <a:pt x="2727" y="1667"/>
                  </a:moveTo>
                  <a:cubicBezTo>
                    <a:pt x="2762" y="1691"/>
                    <a:pt x="2762" y="1727"/>
                    <a:pt x="2762" y="1751"/>
                  </a:cubicBezTo>
                  <a:cubicBezTo>
                    <a:pt x="2762" y="1798"/>
                    <a:pt x="2750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45" y="1667"/>
                  </a:moveTo>
                  <a:lnTo>
                    <a:pt x="845" y="1870"/>
                  </a:lnTo>
                  <a:cubicBezTo>
                    <a:pt x="810" y="1846"/>
                    <a:pt x="786" y="1810"/>
                    <a:pt x="786" y="1751"/>
                  </a:cubicBezTo>
                  <a:cubicBezTo>
                    <a:pt x="786" y="1727"/>
                    <a:pt x="798" y="1691"/>
                    <a:pt x="810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607" y="2941"/>
                  </a:lnTo>
                  <a:lnTo>
                    <a:pt x="1607" y="2822"/>
                  </a:lnTo>
                  <a:close/>
                  <a:moveTo>
                    <a:pt x="1750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5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8" y="3513"/>
                    <a:pt x="1774" y="3513"/>
                  </a:cubicBezTo>
                  <a:cubicBezTo>
                    <a:pt x="1822" y="3513"/>
                    <a:pt x="1869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7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7" y="4739"/>
                  </a:cubicBezTo>
                  <a:lnTo>
                    <a:pt x="3382" y="4739"/>
                  </a:lnTo>
                  <a:cubicBezTo>
                    <a:pt x="3477" y="4727"/>
                    <a:pt x="3548" y="4656"/>
                    <a:pt x="3548" y="4560"/>
                  </a:cubicBezTo>
                  <a:lnTo>
                    <a:pt x="3548" y="3965"/>
                  </a:lnTo>
                  <a:cubicBezTo>
                    <a:pt x="3548" y="3298"/>
                    <a:pt x="3036" y="3072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Google Shape;10906;p80"/>
            <p:cNvSpPr/>
            <p:nvPr/>
          </p:nvSpPr>
          <p:spPr>
            <a:xfrm>
              <a:off x="5112876" y="3016803"/>
              <a:ext cx="112956" cy="150831"/>
            </a:xfrm>
            <a:custGeom>
              <a:avLst/>
              <a:gdLst/>
              <a:ahLst/>
              <a:cxnLst/>
              <a:rect l="l" t="t" r="r" b="b"/>
              <a:pathLst>
                <a:path w="3549" h="4739" extrusionOk="0">
                  <a:moveTo>
                    <a:pt x="1822" y="322"/>
                  </a:moveTo>
                  <a:cubicBezTo>
                    <a:pt x="2262" y="322"/>
                    <a:pt x="2596" y="679"/>
                    <a:pt x="2596" y="1096"/>
                  </a:cubicBezTo>
                  <a:lnTo>
                    <a:pt x="2596" y="1203"/>
                  </a:lnTo>
                  <a:lnTo>
                    <a:pt x="2584" y="1203"/>
                  </a:lnTo>
                  <a:cubicBezTo>
                    <a:pt x="2358" y="1143"/>
                    <a:pt x="2286" y="846"/>
                    <a:pt x="2274" y="846"/>
                  </a:cubicBezTo>
                  <a:cubicBezTo>
                    <a:pt x="2262" y="786"/>
                    <a:pt x="2215" y="727"/>
                    <a:pt x="2143" y="727"/>
                  </a:cubicBezTo>
                  <a:cubicBezTo>
                    <a:pt x="2133" y="725"/>
                    <a:pt x="2122" y="724"/>
                    <a:pt x="2111" y="724"/>
                  </a:cubicBezTo>
                  <a:cubicBezTo>
                    <a:pt x="2057" y="724"/>
                    <a:pt x="1996" y="747"/>
                    <a:pt x="1977" y="786"/>
                  </a:cubicBezTo>
                  <a:cubicBezTo>
                    <a:pt x="1691" y="1203"/>
                    <a:pt x="1024" y="1203"/>
                    <a:pt x="1024" y="1203"/>
                  </a:cubicBezTo>
                  <a:lnTo>
                    <a:pt x="977" y="1203"/>
                  </a:lnTo>
                  <a:lnTo>
                    <a:pt x="977" y="1096"/>
                  </a:lnTo>
                  <a:cubicBezTo>
                    <a:pt x="977" y="667"/>
                    <a:pt x="1334" y="322"/>
                    <a:pt x="1751" y="322"/>
                  </a:cubicBezTo>
                  <a:close/>
                  <a:moveTo>
                    <a:pt x="2727" y="1667"/>
                  </a:moveTo>
                  <a:cubicBezTo>
                    <a:pt x="2763" y="1691"/>
                    <a:pt x="2763" y="1727"/>
                    <a:pt x="2763" y="1751"/>
                  </a:cubicBezTo>
                  <a:cubicBezTo>
                    <a:pt x="2763" y="1798"/>
                    <a:pt x="2751" y="1846"/>
                    <a:pt x="2703" y="1858"/>
                  </a:cubicBezTo>
                  <a:lnTo>
                    <a:pt x="2703" y="1667"/>
                  </a:lnTo>
                  <a:close/>
                  <a:moveTo>
                    <a:pt x="858" y="1667"/>
                  </a:moveTo>
                  <a:lnTo>
                    <a:pt x="858" y="1870"/>
                  </a:lnTo>
                  <a:cubicBezTo>
                    <a:pt x="822" y="1846"/>
                    <a:pt x="798" y="1810"/>
                    <a:pt x="798" y="1751"/>
                  </a:cubicBezTo>
                  <a:cubicBezTo>
                    <a:pt x="798" y="1727"/>
                    <a:pt x="810" y="1691"/>
                    <a:pt x="822" y="1667"/>
                  </a:cubicBezTo>
                  <a:close/>
                  <a:moveTo>
                    <a:pt x="2084" y="1203"/>
                  </a:moveTo>
                  <a:cubicBezTo>
                    <a:pt x="2143" y="1322"/>
                    <a:pt x="2239" y="1441"/>
                    <a:pt x="2393" y="1501"/>
                  </a:cubicBezTo>
                  <a:lnTo>
                    <a:pt x="2393" y="1977"/>
                  </a:lnTo>
                  <a:cubicBezTo>
                    <a:pt x="2393" y="2263"/>
                    <a:pt x="2155" y="2489"/>
                    <a:pt x="1858" y="2489"/>
                  </a:cubicBezTo>
                  <a:lnTo>
                    <a:pt x="1703" y="2489"/>
                  </a:lnTo>
                  <a:cubicBezTo>
                    <a:pt x="1405" y="2489"/>
                    <a:pt x="1191" y="2251"/>
                    <a:pt x="1191" y="1977"/>
                  </a:cubicBezTo>
                  <a:lnTo>
                    <a:pt x="1191" y="1548"/>
                  </a:lnTo>
                  <a:cubicBezTo>
                    <a:pt x="1393" y="1512"/>
                    <a:pt x="1786" y="1441"/>
                    <a:pt x="2084" y="1203"/>
                  </a:cubicBezTo>
                  <a:close/>
                  <a:moveTo>
                    <a:pt x="1965" y="2822"/>
                  </a:moveTo>
                  <a:lnTo>
                    <a:pt x="1965" y="2917"/>
                  </a:lnTo>
                  <a:lnTo>
                    <a:pt x="1786" y="3108"/>
                  </a:lnTo>
                  <a:lnTo>
                    <a:pt x="1596" y="2941"/>
                  </a:lnTo>
                  <a:lnTo>
                    <a:pt x="1596" y="2822"/>
                  </a:lnTo>
                  <a:close/>
                  <a:moveTo>
                    <a:pt x="1751" y="0"/>
                  </a:moveTo>
                  <a:cubicBezTo>
                    <a:pt x="1143" y="0"/>
                    <a:pt x="631" y="500"/>
                    <a:pt x="631" y="1108"/>
                  </a:cubicBezTo>
                  <a:lnTo>
                    <a:pt x="631" y="1405"/>
                  </a:lnTo>
                  <a:cubicBezTo>
                    <a:pt x="524" y="1501"/>
                    <a:pt x="453" y="1631"/>
                    <a:pt x="453" y="1762"/>
                  </a:cubicBezTo>
                  <a:cubicBezTo>
                    <a:pt x="453" y="2024"/>
                    <a:pt x="643" y="2215"/>
                    <a:pt x="893" y="2227"/>
                  </a:cubicBezTo>
                  <a:cubicBezTo>
                    <a:pt x="953" y="2441"/>
                    <a:pt x="1096" y="2596"/>
                    <a:pt x="1274" y="2703"/>
                  </a:cubicBezTo>
                  <a:lnTo>
                    <a:pt x="1274" y="2798"/>
                  </a:lnTo>
                  <a:lnTo>
                    <a:pt x="596" y="3060"/>
                  </a:lnTo>
                  <a:cubicBezTo>
                    <a:pt x="524" y="3096"/>
                    <a:pt x="0" y="3298"/>
                    <a:pt x="0" y="3965"/>
                  </a:cubicBezTo>
                  <a:lnTo>
                    <a:pt x="0" y="4560"/>
                  </a:lnTo>
                  <a:cubicBezTo>
                    <a:pt x="0" y="4656"/>
                    <a:pt x="72" y="4727"/>
                    <a:pt x="155" y="4727"/>
                  </a:cubicBezTo>
                  <a:lnTo>
                    <a:pt x="572" y="4727"/>
                  </a:lnTo>
                  <a:cubicBezTo>
                    <a:pt x="667" y="4727"/>
                    <a:pt x="738" y="4656"/>
                    <a:pt x="738" y="4560"/>
                  </a:cubicBezTo>
                  <a:cubicBezTo>
                    <a:pt x="738" y="4477"/>
                    <a:pt x="667" y="4406"/>
                    <a:pt x="572" y="4406"/>
                  </a:cubicBezTo>
                  <a:lnTo>
                    <a:pt x="322" y="4406"/>
                  </a:lnTo>
                  <a:lnTo>
                    <a:pt x="322" y="3965"/>
                  </a:lnTo>
                  <a:cubicBezTo>
                    <a:pt x="322" y="3513"/>
                    <a:pt x="679" y="3370"/>
                    <a:pt x="691" y="3370"/>
                  </a:cubicBezTo>
                  <a:lnTo>
                    <a:pt x="703" y="3370"/>
                  </a:lnTo>
                  <a:lnTo>
                    <a:pt x="1334" y="3132"/>
                  </a:lnTo>
                  <a:lnTo>
                    <a:pt x="1655" y="3465"/>
                  </a:lnTo>
                  <a:cubicBezTo>
                    <a:pt x="1691" y="3489"/>
                    <a:pt x="1739" y="3513"/>
                    <a:pt x="1774" y="3513"/>
                  </a:cubicBezTo>
                  <a:cubicBezTo>
                    <a:pt x="1822" y="3513"/>
                    <a:pt x="1870" y="3489"/>
                    <a:pt x="1893" y="3465"/>
                  </a:cubicBezTo>
                  <a:lnTo>
                    <a:pt x="2215" y="3132"/>
                  </a:lnTo>
                  <a:lnTo>
                    <a:pt x="2834" y="3394"/>
                  </a:lnTo>
                  <a:lnTo>
                    <a:pt x="2846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4" y="4418"/>
                    <a:pt x="941" y="4489"/>
                    <a:pt x="941" y="4584"/>
                  </a:cubicBezTo>
                  <a:cubicBezTo>
                    <a:pt x="941" y="4668"/>
                    <a:pt x="1024" y="4739"/>
                    <a:pt x="1108" y="4739"/>
                  </a:cubicBezTo>
                  <a:lnTo>
                    <a:pt x="3382" y="4739"/>
                  </a:lnTo>
                  <a:cubicBezTo>
                    <a:pt x="3477" y="4739"/>
                    <a:pt x="3548" y="4668"/>
                    <a:pt x="3548" y="4584"/>
                  </a:cubicBezTo>
                  <a:lnTo>
                    <a:pt x="3548" y="3989"/>
                  </a:lnTo>
                  <a:cubicBezTo>
                    <a:pt x="3548" y="3298"/>
                    <a:pt x="3013" y="3084"/>
                    <a:pt x="2953" y="3060"/>
                  </a:cubicBezTo>
                  <a:lnTo>
                    <a:pt x="2298" y="2798"/>
                  </a:lnTo>
                  <a:lnTo>
                    <a:pt x="2298" y="2703"/>
                  </a:lnTo>
                  <a:cubicBezTo>
                    <a:pt x="2477" y="2596"/>
                    <a:pt x="2608" y="2441"/>
                    <a:pt x="2691" y="2227"/>
                  </a:cubicBezTo>
                  <a:cubicBezTo>
                    <a:pt x="2929" y="2215"/>
                    <a:pt x="3120" y="2001"/>
                    <a:pt x="3120" y="1762"/>
                  </a:cubicBezTo>
                  <a:cubicBezTo>
                    <a:pt x="3120" y="1620"/>
                    <a:pt x="3048" y="1489"/>
                    <a:pt x="2941" y="1405"/>
                  </a:cubicBezTo>
                  <a:lnTo>
                    <a:pt x="2941" y="1108"/>
                  </a:lnTo>
                  <a:cubicBezTo>
                    <a:pt x="2941" y="500"/>
                    <a:pt x="2429" y="0"/>
                    <a:pt x="1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Google Shape;10907;p80"/>
            <p:cNvSpPr/>
            <p:nvPr/>
          </p:nvSpPr>
          <p:spPr>
            <a:xfrm>
              <a:off x="5001448" y="3108498"/>
              <a:ext cx="113338" cy="151244"/>
            </a:xfrm>
            <a:custGeom>
              <a:avLst/>
              <a:gdLst/>
              <a:ahLst/>
              <a:cxnLst/>
              <a:rect l="l" t="t" r="r" b="b"/>
              <a:pathLst>
                <a:path w="3561" h="4752" extrusionOk="0">
                  <a:moveTo>
                    <a:pt x="1811" y="322"/>
                  </a:moveTo>
                  <a:cubicBezTo>
                    <a:pt x="2251" y="322"/>
                    <a:pt x="2585" y="679"/>
                    <a:pt x="2585" y="1096"/>
                  </a:cubicBezTo>
                  <a:lnTo>
                    <a:pt x="2585" y="1203"/>
                  </a:lnTo>
                  <a:lnTo>
                    <a:pt x="2573" y="1203"/>
                  </a:lnTo>
                  <a:cubicBezTo>
                    <a:pt x="2346" y="1144"/>
                    <a:pt x="2275" y="846"/>
                    <a:pt x="2263" y="846"/>
                  </a:cubicBezTo>
                  <a:cubicBezTo>
                    <a:pt x="2251" y="786"/>
                    <a:pt x="2204" y="727"/>
                    <a:pt x="2132" y="727"/>
                  </a:cubicBezTo>
                  <a:cubicBezTo>
                    <a:pt x="2124" y="725"/>
                    <a:pt x="2116" y="725"/>
                    <a:pt x="2107" y="725"/>
                  </a:cubicBezTo>
                  <a:cubicBezTo>
                    <a:pt x="2051" y="725"/>
                    <a:pt x="1986" y="756"/>
                    <a:pt x="1965" y="786"/>
                  </a:cubicBezTo>
                  <a:cubicBezTo>
                    <a:pt x="1692" y="1203"/>
                    <a:pt x="1037" y="1203"/>
                    <a:pt x="1025" y="1203"/>
                  </a:cubicBezTo>
                  <a:lnTo>
                    <a:pt x="965" y="1203"/>
                  </a:lnTo>
                  <a:lnTo>
                    <a:pt x="965" y="1096"/>
                  </a:lnTo>
                  <a:cubicBezTo>
                    <a:pt x="965" y="667"/>
                    <a:pt x="1322" y="322"/>
                    <a:pt x="1739" y="322"/>
                  </a:cubicBezTo>
                  <a:close/>
                  <a:moveTo>
                    <a:pt x="2751" y="1668"/>
                  </a:moveTo>
                  <a:cubicBezTo>
                    <a:pt x="2787" y="1703"/>
                    <a:pt x="2787" y="1727"/>
                    <a:pt x="2787" y="1763"/>
                  </a:cubicBezTo>
                  <a:cubicBezTo>
                    <a:pt x="2787" y="1798"/>
                    <a:pt x="2763" y="1846"/>
                    <a:pt x="2715" y="1858"/>
                  </a:cubicBezTo>
                  <a:lnTo>
                    <a:pt x="2715" y="1668"/>
                  </a:lnTo>
                  <a:close/>
                  <a:moveTo>
                    <a:pt x="858" y="1679"/>
                  </a:moveTo>
                  <a:lnTo>
                    <a:pt x="858" y="1894"/>
                  </a:lnTo>
                  <a:cubicBezTo>
                    <a:pt x="834" y="1858"/>
                    <a:pt x="799" y="1834"/>
                    <a:pt x="799" y="1775"/>
                  </a:cubicBezTo>
                  <a:cubicBezTo>
                    <a:pt x="799" y="1739"/>
                    <a:pt x="810" y="1715"/>
                    <a:pt x="834" y="1679"/>
                  </a:cubicBezTo>
                  <a:close/>
                  <a:moveTo>
                    <a:pt x="2096" y="1203"/>
                  </a:moveTo>
                  <a:cubicBezTo>
                    <a:pt x="2156" y="1322"/>
                    <a:pt x="2263" y="1441"/>
                    <a:pt x="2406" y="1501"/>
                  </a:cubicBezTo>
                  <a:lnTo>
                    <a:pt x="2406" y="1977"/>
                  </a:lnTo>
                  <a:cubicBezTo>
                    <a:pt x="2394" y="2263"/>
                    <a:pt x="2156" y="2501"/>
                    <a:pt x="1870" y="2501"/>
                  </a:cubicBezTo>
                  <a:lnTo>
                    <a:pt x="1727" y="2501"/>
                  </a:lnTo>
                  <a:cubicBezTo>
                    <a:pt x="1430" y="2501"/>
                    <a:pt x="1203" y="2263"/>
                    <a:pt x="1203" y="1977"/>
                  </a:cubicBezTo>
                  <a:lnTo>
                    <a:pt x="1203" y="1548"/>
                  </a:lnTo>
                  <a:cubicBezTo>
                    <a:pt x="1418" y="1525"/>
                    <a:pt x="1799" y="1441"/>
                    <a:pt x="2096" y="1203"/>
                  </a:cubicBezTo>
                  <a:close/>
                  <a:moveTo>
                    <a:pt x="1977" y="2834"/>
                  </a:moveTo>
                  <a:lnTo>
                    <a:pt x="1977" y="2918"/>
                  </a:lnTo>
                  <a:lnTo>
                    <a:pt x="1799" y="3108"/>
                  </a:lnTo>
                  <a:lnTo>
                    <a:pt x="1620" y="2941"/>
                  </a:lnTo>
                  <a:lnTo>
                    <a:pt x="1620" y="2834"/>
                  </a:lnTo>
                  <a:close/>
                  <a:moveTo>
                    <a:pt x="1751" y="1"/>
                  </a:moveTo>
                  <a:cubicBezTo>
                    <a:pt x="1144" y="1"/>
                    <a:pt x="632" y="501"/>
                    <a:pt x="632" y="1120"/>
                  </a:cubicBezTo>
                  <a:lnTo>
                    <a:pt x="632" y="1417"/>
                  </a:lnTo>
                  <a:cubicBezTo>
                    <a:pt x="537" y="1501"/>
                    <a:pt x="453" y="1644"/>
                    <a:pt x="453" y="1775"/>
                  </a:cubicBezTo>
                  <a:cubicBezTo>
                    <a:pt x="453" y="2025"/>
                    <a:pt x="656" y="2215"/>
                    <a:pt x="894" y="2239"/>
                  </a:cubicBezTo>
                  <a:cubicBezTo>
                    <a:pt x="953" y="2441"/>
                    <a:pt x="1096" y="2608"/>
                    <a:pt x="1275" y="2715"/>
                  </a:cubicBezTo>
                  <a:lnTo>
                    <a:pt x="1275" y="2799"/>
                  </a:lnTo>
                  <a:lnTo>
                    <a:pt x="596" y="3072"/>
                  </a:lnTo>
                  <a:cubicBezTo>
                    <a:pt x="537" y="3096"/>
                    <a:pt x="1" y="3311"/>
                    <a:pt x="1" y="3977"/>
                  </a:cubicBezTo>
                  <a:lnTo>
                    <a:pt x="1" y="4573"/>
                  </a:lnTo>
                  <a:cubicBezTo>
                    <a:pt x="1" y="4656"/>
                    <a:pt x="72" y="4739"/>
                    <a:pt x="156" y="4739"/>
                  </a:cubicBezTo>
                  <a:lnTo>
                    <a:pt x="572" y="4739"/>
                  </a:lnTo>
                  <a:cubicBezTo>
                    <a:pt x="668" y="4739"/>
                    <a:pt x="739" y="4656"/>
                    <a:pt x="739" y="4573"/>
                  </a:cubicBezTo>
                  <a:cubicBezTo>
                    <a:pt x="739" y="4477"/>
                    <a:pt x="668" y="4406"/>
                    <a:pt x="572" y="4406"/>
                  </a:cubicBezTo>
                  <a:lnTo>
                    <a:pt x="322" y="4406"/>
                  </a:lnTo>
                  <a:lnTo>
                    <a:pt x="322" y="3977"/>
                  </a:lnTo>
                  <a:cubicBezTo>
                    <a:pt x="322" y="3513"/>
                    <a:pt x="680" y="3382"/>
                    <a:pt x="691" y="3382"/>
                  </a:cubicBezTo>
                  <a:lnTo>
                    <a:pt x="715" y="3382"/>
                  </a:lnTo>
                  <a:lnTo>
                    <a:pt x="1334" y="3144"/>
                  </a:lnTo>
                  <a:lnTo>
                    <a:pt x="1668" y="3465"/>
                  </a:lnTo>
                  <a:cubicBezTo>
                    <a:pt x="1692" y="3501"/>
                    <a:pt x="1739" y="3513"/>
                    <a:pt x="1787" y="3513"/>
                  </a:cubicBezTo>
                  <a:cubicBezTo>
                    <a:pt x="1823" y="3513"/>
                    <a:pt x="1870" y="3501"/>
                    <a:pt x="1906" y="3465"/>
                  </a:cubicBezTo>
                  <a:lnTo>
                    <a:pt x="2215" y="3144"/>
                  </a:lnTo>
                  <a:lnTo>
                    <a:pt x="2835" y="3394"/>
                  </a:lnTo>
                  <a:lnTo>
                    <a:pt x="2858" y="3394"/>
                  </a:lnTo>
                  <a:cubicBezTo>
                    <a:pt x="2870" y="3394"/>
                    <a:pt x="3227" y="3525"/>
                    <a:pt x="3227" y="3989"/>
                  </a:cubicBezTo>
                  <a:lnTo>
                    <a:pt x="3227" y="4418"/>
                  </a:lnTo>
                  <a:lnTo>
                    <a:pt x="1108" y="4418"/>
                  </a:lnTo>
                  <a:cubicBezTo>
                    <a:pt x="1025" y="4418"/>
                    <a:pt x="953" y="4501"/>
                    <a:pt x="953" y="4585"/>
                  </a:cubicBezTo>
                  <a:cubicBezTo>
                    <a:pt x="953" y="4680"/>
                    <a:pt x="1025" y="4751"/>
                    <a:pt x="1108" y="4751"/>
                  </a:cubicBezTo>
                  <a:lnTo>
                    <a:pt x="3394" y="4751"/>
                  </a:lnTo>
                  <a:cubicBezTo>
                    <a:pt x="3477" y="4751"/>
                    <a:pt x="3549" y="4680"/>
                    <a:pt x="3549" y="4585"/>
                  </a:cubicBezTo>
                  <a:lnTo>
                    <a:pt x="3549" y="3989"/>
                  </a:lnTo>
                  <a:cubicBezTo>
                    <a:pt x="3561" y="3311"/>
                    <a:pt x="3037" y="3096"/>
                    <a:pt x="2966" y="3072"/>
                  </a:cubicBezTo>
                  <a:lnTo>
                    <a:pt x="2311" y="2799"/>
                  </a:lnTo>
                  <a:lnTo>
                    <a:pt x="2311" y="2715"/>
                  </a:lnTo>
                  <a:cubicBezTo>
                    <a:pt x="2489" y="2608"/>
                    <a:pt x="2620" y="2441"/>
                    <a:pt x="2692" y="2239"/>
                  </a:cubicBezTo>
                  <a:cubicBezTo>
                    <a:pt x="2930" y="2215"/>
                    <a:pt x="3120" y="2013"/>
                    <a:pt x="3120" y="1775"/>
                  </a:cubicBezTo>
                  <a:cubicBezTo>
                    <a:pt x="3120" y="1620"/>
                    <a:pt x="3049" y="1489"/>
                    <a:pt x="2942" y="1417"/>
                  </a:cubicBezTo>
                  <a:lnTo>
                    <a:pt x="2942" y="1120"/>
                  </a:lnTo>
                  <a:cubicBezTo>
                    <a:pt x="2942" y="501"/>
                    <a:pt x="2442" y="1"/>
                    <a:pt x="1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88" name="Google Shape;202;p32"/>
          <p:cNvGrpSpPr/>
          <p:nvPr/>
        </p:nvGrpSpPr>
        <p:grpSpPr>
          <a:xfrm>
            <a:off x="465912" y="449929"/>
            <a:ext cx="1349664" cy="912572"/>
            <a:chOff x="1023426" y="3412746"/>
            <a:chExt cx="1242670" cy="840151"/>
          </a:xfrm>
          <a:solidFill>
            <a:schemeClr val="accent3">
              <a:lumMod val="65000"/>
            </a:schemeClr>
          </a:solidFill>
        </p:grpSpPr>
        <p:sp>
          <p:nvSpPr>
            <p:cNvPr id="89" name="Google Shape;203;p32"/>
            <p:cNvSpPr/>
            <p:nvPr/>
          </p:nvSpPr>
          <p:spPr>
            <a:xfrm flipH="1">
              <a:off x="1023426" y="3413217"/>
              <a:ext cx="1242670" cy="810068"/>
            </a:xfrm>
            <a:custGeom>
              <a:avLst/>
              <a:gdLst/>
              <a:ahLst/>
              <a:cxnLst/>
              <a:rect l="l" t="t" r="r" b="b"/>
              <a:pathLst>
                <a:path w="96331" h="62796" extrusionOk="0">
                  <a:moveTo>
                    <a:pt x="4438" y="1"/>
                  </a:moveTo>
                  <a:cubicBezTo>
                    <a:pt x="2005" y="144"/>
                    <a:pt x="1" y="2291"/>
                    <a:pt x="144" y="4724"/>
                  </a:cubicBezTo>
                  <a:lnTo>
                    <a:pt x="144" y="46949"/>
                  </a:lnTo>
                  <a:cubicBezTo>
                    <a:pt x="1" y="49382"/>
                    <a:pt x="1862" y="51529"/>
                    <a:pt x="4438" y="51672"/>
                  </a:cubicBezTo>
                  <a:lnTo>
                    <a:pt x="9018" y="51672"/>
                  </a:lnTo>
                  <a:lnTo>
                    <a:pt x="9018" y="61119"/>
                  </a:lnTo>
                  <a:cubicBezTo>
                    <a:pt x="8825" y="62088"/>
                    <a:pt x="9615" y="62795"/>
                    <a:pt x="10457" y="62795"/>
                  </a:cubicBezTo>
                  <a:cubicBezTo>
                    <a:pt x="10858" y="62795"/>
                    <a:pt x="11271" y="62634"/>
                    <a:pt x="11595" y="62264"/>
                  </a:cubicBezTo>
                  <a:lnTo>
                    <a:pt x="21185" y="51529"/>
                  </a:lnTo>
                  <a:lnTo>
                    <a:pt x="91893" y="51529"/>
                  </a:lnTo>
                  <a:cubicBezTo>
                    <a:pt x="94470" y="51386"/>
                    <a:pt x="96330" y="49382"/>
                    <a:pt x="96187" y="46806"/>
                  </a:cubicBezTo>
                  <a:lnTo>
                    <a:pt x="96187" y="4724"/>
                  </a:lnTo>
                  <a:cubicBezTo>
                    <a:pt x="96330" y="2291"/>
                    <a:pt x="94470" y="144"/>
                    <a:pt x="9189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Google Shape;204;p32"/>
            <p:cNvSpPr/>
            <p:nvPr/>
          </p:nvSpPr>
          <p:spPr>
            <a:xfrm>
              <a:off x="1023426" y="3412746"/>
              <a:ext cx="1242670" cy="840151"/>
            </a:xfrm>
            <a:custGeom>
              <a:avLst/>
              <a:gdLst/>
              <a:ahLst/>
              <a:cxnLst/>
              <a:rect l="l" t="t" r="r" b="b"/>
              <a:pathLst>
                <a:path w="96331" h="65128" fill="none" extrusionOk="0">
                  <a:moveTo>
                    <a:pt x="4438" y="1"/>
                  </a:moveTo>
                  <a:lnTo>
                    <a:pt x="91893" y="1"/>
                  </a:lnTo>
                  <a:cubicBezTo>
                    <a:pt x="94469" y="1"/>
                    <a:pt x="96330" y="2148"/>
                    <a:pt x="96187" y="4724"/>
                  </a:cubicBezTo>
                  <a:lnTo>
                    <a:pt x="96187" y="46806"/>
                  </a:lnTo>
                  <a:cubicBezTo>
                    <a:pt x="96330" y="49383"/>
                    <a:pt x="94469" y="51386"/>
                    <a:pt x="91893" y="51530"/>
                  </a:cubicBezTo>
                  <a:lnTo>
                    <a:pt x="87456" y="51530"/>
                  </a:lnTo>
                  <a:lnTo>
                    <a:pt x="87456" y="65127"/>
                  </a:lnTo>
                  <a:lnTo>
                    <a:pt x="75146" y="51530"/>
                  </a:lnTo>
                  <a:lnTo>
                    <a:pt x="4438" y="51530"/>
                  </a:lnTo>
                  <a:cubicBezTo>
                    <a:pt x="1861" y="51386"/>
                    <a:pt x="0" y="49383"/>
                    <a:pt x="144" y="46806"/>
                  </a:cubicBezTo>
                  <a:lnTo>
                    <a:pt x="144" y="4724"/>
                  </a:lnTo>
                  <a:cubicBezTo>
                    <a:pt x="0" y="2148"/>
                    <a:pt x="1861" y="1"/>
                    <a:pt x="4438" y="1"/>
                  </a:cubicBezTo>
                  <a:close/>
                </a:path>
              </a:pathLst>
            </a:custGeom>
            <a:grpFill/>
            <a:ln w="19050" cap="flat" cmpd="sng">
              <a:solidFill>
                <a:srgbClr val="720C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654848" y="525043"/>
            <a:ext cx="91082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3000" b="1" i="0" u="none" strike="noStrike" kern="0" cap="none" spc="0" normalizeH="0" baseline="0" noProof="0" dirty="0">
                <a:ln>
                  <a:noFill/>
                </a:ln>
                <a:solidFill>
                  <a:srgbClr val="720C42"/>
                </a:solidFill>
                <a:effectLst/>
                <a:uLnTx/>
                <a:uFillTx/>
                <a:latin typeface="Signika"/>
                <a:sym typeface="Signika"/>
              </a:rPr>
              <a:t>C++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93" name="Google Shape;216;p32">
            <a:hlinkClick r:id="" action="ppaction://hlinkshowjump?jump=previousslide"/>
          </p:cNvPr>
          <p:cNvSpPr txBox="1"/>
          <p:nvPr/>
        </p:nvSpPr>
        <p:spPr>
          <a:xfrm>
            <a:off x="2682437" y="1222330"/>
            <a:ext cx="1893458" cy="31165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ea typeface="Signika"/>
                <a:cs typeface="Times New Roman" pitchFamily="18" charset="0"/>
                <a:sym typeface="Signika"/>
              </a:rPr>
              <a:t>581_Afifa Shaikh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ea typeface="Signika"/>
              <a:cs typeface="Times New Roman" pitchFamily="18" charset="0"/>
              <a:sym typeface="Signika"/>
            </a:endParaRPr>
          </a:p>
        </p:txBody>
      </p:sp>
      <p:sp>
        <p:nvSpPr>
          <p:cNvPr id="94" name="Google Shape;216;p32">
            <a:hlinkClick r:id="" action="ppaction://hlinkshowjump?jump=previousslide"/>
          </p:cNvPr>
          <p:cNvSpPr txBox="1"/>
          <p:nvPr/>
        </p:nvSpPr>
        <p:spPr>
          <a:xfrm>
            <a:off x="2598882" y="2092431"/>
            <a:ext cx="2277918" cy="3347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itchFamily="18" charset="0"/>
                <a:ea typeface="Signika"/>
                <a:cs typeface="Times New Roman" pitchFamily="18" charset="0"/>
                <a:sym typeface="Signika"/>
              </a:rPr>
              <a:t>582_Akshata Sharma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itchFamily="18" charset="0"/>
              <a:ea typeface="Signika"/>
              <a:cs typeface="Times New Roman" pitchFamily="18" charset="0"/>
              <a:sym typeface="Signika"/>
            </a:endParaRPr>
          </a:p>
        </p:txBody>
      </p:sp>
      <p:sp>
        <p:nvSpPr>
          <p:cNvPr id="95" name="Google Shape;216;p32">
            <a:hlinkClick r:id="" action="ppaction://hlinkshowjump?jump=previousslide"/>
          </p:cNvPr>
          <p:cNvSpPr txBox="1"/>
          <p:nvPr/>
        </p:nvSpPr>
        <p:spPr>
          <a:xfrm>
            <a:off x="4567319" y="2880952"/>
            <a:ext cx="2181981" cy="32864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itchFamily="18" charset="0"/>
                <a:ea typeface="Signika"/>
                <a:cs typeface="Times New Roman" pitchFamily="18" charset="0"/>
                <a:sym typeface="Signika"/>
              </a:rPr>
              <a:t>583_Aryan Sharma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itchFamily="18" charset="0"/>
              <a:ea typeface="Signika"/>
              <a:cs typeface="Times New Roman" pitchFamily="18" charset="0"/>
              <a:sym typeface="Signika"/>
            </a:endParaRPr>
          </a:p>
        </p:txBody>
      </p:sp>
      <p:sp>
        <p:nvSpPr>
          <p:cNvPr id="96" name="Google Shape;216;p32">
            <a:hlinkClick r:id="" action="ppaction://hlinkshowjump?jump=previousslide"/>
          </p:cNvPr>
          <p:cNvSpPr txBox="1"/>
          <p:nvPr/>
        </p:nvSpPr>
        <p:spPr>
          <a:xfrm>
            <a:off x="6466523" y="2079063"/>
            <a:ext cx="1877378" cy="3261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1600" b="1" i="0" u="none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itchFamily="18" charset="0"/>
                <a:ea typeface="Signika"/>
                <a:cs typeface="Times New Roman" pitchFamily="18" charset="0"/>
                <a:sym typeface="Signika"/>
              </a:rPr>
              <a:t>584_Aditya Shaw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itchFamily="18" charset="0"/>
              <a:ea typeface="Signika"/>
              <a:cs typeface="Times New Roman" pitchFamily="18" charset="0"/>
              <a:sym typeface="Signika"/>
            </a:endParaRPr>
          </a:p>
        </p:txBody>
      </p:sp>
      <p:sp>
        <p:nvSpPr>
          <p:cNvPr id="97" name="Google Shape;216;p32">
            <a:hlinkClick r:id="" action="ppaction://hlinkshowjump?jump=previousslide"/>
          </p:cNvPr>
          <p:cNvSpPr txBox="1"/>
          <p:nvPr/>
        </p:nvSpPr>
        <p:spPr>
          <a:xfrm>
            <a:off x="6385561" y="1232121"/>
            <a:ext cx="1958340" cy="3261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sz="1600" b="1" dirty="0">
                <a:solidFill>
                  <a:schemeClr val="accent2"/>
                </a:solidFill>
                <a:latin typeface="Times New Roman" pitchFamily="18" charset="0"/>
                <a:ea typeface="Signika"/>
                <a:cs typeface="Times New Roman" pitchFamily="18" charset="0"/>
                <a:sym typeface="Signika"/>
              </a:rPr>
              <a:t>585_Ankita Yadav</a:t>
            </a:r>
            <a:endParaRPr kumimoji="0" sz="16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itchFamily="18" charset="0"/>
              <a:ea typeface="Signika"/>
              <a:cs typeface="Times New Roman" pitchFamily="18" charset="0"/>
              <a:sym typeface="Signik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55843" y="0"/>
            <a:ext cx="32544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Team</a:t>
            </a:r>
            <a:r>
              <a:rPr lang="e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 </a:t>
            </a:r>
            <a:r>
              <a:rPr lang="en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Members</a:t>
            </a:r>
            <a:endParaRPr lang="en-IN" sz="32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grpSp>
        <p:nvGrpSpPr>
          <p:cNvPr id="106" name="Google Shape;358;p39"/>
          <p:cNvGrpSpPr/>
          <p:nvPr/>
        </p:nvGrpSpPr>
        <p:grpSpPr>
          <a:xfrm>
            <a:off x="5225685" y="3807308"/>
            <a:ext cx="1342988" cy="932680"/>
            <a:chOff x="3074027" y="1863834"/>
            <a:chExt cx="380604" cy="313854"/>
          </a:xfrm>
          <a:solidFill>
            <a:schemeClr val="bg1"/>
          </a:solidFill>
        </p:grpSpPr>
        <p:sp>
          <p:nvSpPr>
            <p:cNvPr id="107" name="Google Shape;359;p39"/>
            <p:cNvSpPr/>
            <p:nvPr/>
          </p:nvSpPr>
          <p:spPr>
            <a:xfrm>
              <a:off x="3130608" y="1864943"/>
              <a:ext cx="324023" cy="312745"/>
            </a:xfrm>
            <a:custGeom>
              <a:avLst/>
              <a:gdLst/>
              <a:ahLst/>
              <a:cxnLst/>
              <a:rect l="l" t="t" r="r" b="b"/>
              <a:pathLst>
                <a:path w="10228" h="9872" extrusionOk="0">
                  <a:moveTo>
                    <a:pt x="3918" y="5704"/>
                  </a:moveTo>
                  <a:cubicBezTo>
                    <a:pt x="3941" y="5752"/>
                    <a:pt x="3989" y="5811"/>
                    <a:pt x="4049" y="5847"/>
                  </a:cubicBezTo>
                  <a:cubicBezTo>
                    <a:pt x="4096" y="5895"/>
                    <a:pt x="4156" y="5942"/>
                    <a:pt x="4203" y="5990"/>
                  </a:cubicBezTo>
                  <a:lnTo>
                    <a:pt x="3430" y="6764"/>
                  </a:lnTo>
                  <a:lnTo>
                    <a:pt x="3144" y="6478"/>
                  </a:lnTo>
                  <a:lnTo>
                    <a:pt x="3918" y="5704"/>
                  </a:lnTo>
                  <a:close/>
                  <a:moveTo>
                    <a:pt x="6466" y="1"/>
                  </a:moveTo>
                  <a:cubicBezTo>
                    <a:pt x="5537" y="1"/>
                    <a:pt x="4692" y="358"/>
                    <a:pt x="4037" y="1001"/>
                  </a:cubicBezTo>
                  <a:cubicBezTo>
                    <a:pt x="3394" y="1644"/>
                    <a:pt x="3037" y="2501"/>
                    <a:pt x="3037" y="3430"/>
                  </a:cubicBezTo>
                  <a:cubicBezTo>
                    <a:pt x="3037" y="4156"/>
                    <a:pt x="3263" y="4859"/>
                    <a:pt x="3691" y="5430"/>
                  </a:cubicBezTo>
                  <a:lnTo>
                    <a:pt x="2894" y="6240"/>
                  </a:lnTo>
                  <a:lnTo>
                    <a:pt x="2846" y="6192"/>
                  </a:lnTo>
                  <a:cubicBezTo>
                    <a:pt x="2816" y="6162"/>
                    <a:pt x="2772" y="6148"/>
                    <a:pt x="2727" y="6148"/>
                  </a:cubicBezTo>
                  <a:cubicBezTo>
                    <a:pt x="2682" y="6148"/>
                    <a:pt x="2638" y="6162"/>
                    <a:pt x="2608" y="6192"/>
                  </a:cubicBezTo>
                  <a:lnTo>
                    <a:pt x="1501" y="7288"/>
                  </a:lnTo>
                  <a:cubicBezTo>
                    <a:pt x="1441" y="7347"/>
                    <a:pt x="1441" y="7466"/>
                    <a:pt x="1501" y="7538"/>
                  </a:cubicBezTo>
                  <a:cubicBezTo>
                    <a:pt x="1530" y="7561"/>
                    <a:pt x="1575" y="7573"/>
                    <a:pt x="1620" y="7573"/>
                  </a:cubicBezTo>
                  <a:cubicBezTo>
                    <a:pt x="1664" y="7573"/>
                    <a:pt x="1709" y="7561"/>
                    <a:pt x="1739" y="7538"/>
                  </a:cubicBezTo>
                  <a:lnTo>
                    <a:pt x="2727" y="6549"/>
                  </a:lnTo>
                  <a:lnTo>
                    <a:pt x="2775" y="6597"/>
                  </a:lnTo>
                  <a:lnTo>
                    <a:pt x="3287" y="7121"/>
                  </a:lnTo>
                  <a:lnTo>
                    <a:pt x="3334" y="7157"/>
                  </a:lnTo>
                  <a:lnTo>
                    <a:pt x="1048" y="9455"/>
                  </a:lnTo>
                  <a:lnTo>
                    <a:pt x="417" y="8824"/>
                  </a:lnTo>
                  <a:lnTo>
                    <a:pt x="1251" y="7990"/>
                  </a:lnTo>
                  <a:cubicBezTo>
                    <a:pt x="1310" y="7931"/>
                    <a:pt x="1310" y="7811"/>
                    <a:pt x="1251" y="7752"/>
                  </a:cubicBezTo>
                  <a:cubicBezTo>
                    <a:pt x="1221" y="7722"/>
                    <a:pt x="1176" y="7707"/>
                    <a:pt x="1132" y="7707"/>
                  </a:cubicBezTo>
                  <a:cubicBezTo>
                    <a:pt x="1087" y="7707"/>
                    <a:pt x="1042" y="7722"/>
                    <a:pt x="1013" y="7752"/>
                  </a:cubicBezTo>
                  <a:lnTo>
                    <a:pt x="48" y="8716"/>
                  </a:lnTo>
                  <a:cubicBezTo>
                    <a:pt x="12" y="8752"/>
                    <a:pt x="1" y="8800"/>
                    <a:pt x="1" y="8835"/>
                  </a:cubicBezTo>
                  <a:cubicBezTo>
                    <a:pt x="1" y="8883"/>
                    <a:pt x="12" y="8931"/>
                    <a:pt x="48" y="8954"/>
                  </a:cubicBezTo>
                  <a:lnTo>
                    <a:pt x="905" y="9824"/>
                  </a:lnTo>
                  <a:cubicBezTo>
                    <a:pt x="941" y="9847"/>
                    <a:pt x="989" y="9871"/>
                    <a:pt x="1024" y="9871"/>
                  </a:cubicBezTo>
                  <a:cubicBezTo>
                    <a:pt x="1072" y="9871"/>
                    <a:pt x="1120" y="9847"/>
                    <a:pt x="1144" y="9824"/>
                  </a:cubicBezTo>
                  <a:lnTo>
                    <a:pt x="3691" y="7276"/>
                  </a:lnTo>
                  <a:cubicBezTo>
                    <a:pt x="3727" y="7252"/>
                    <a:pt x="3739" y="7204"/>
                    <a:pt x="3739" y="7157"/>
                  </a:cubicBezTo>
                  <a:cubicBezTo>
                    <a:pt x="3739" y="7109"/>
                    <a:pt x="3715" y="7073"/>
                    <a:pt x="3691" y="7038"/>
                  </a:cubicBezTo>
                  <a:lnTo>
                    <a:pt x="3644" y="6990"/>
                  </a:lnTo>
                  <a:lnTo>
                    <a:pt x="4453" y="6192"/>
                  </a:lnTo>
                  <a:cubicBezTo>
                    <a:pt x="4942" y="6549"/>
                    <a:pt x="5537" y="6776"/>
                    <a:pt x="6144" y="6835"/>
                  </a:cubicBezTo>
                  <a:lnTo>
                    <a:pt x="6168" y="6835"/>
                  </a:lnTo>
                  <a:cubicBezTo>
                    <a:pt x="6251" y="6835"/>
                    <a:pt x="6323" y="6776"/>
                    <a:pt x="6323" y="6680"/>
                  </a:cubicBezTo>
                  <a:cubicBezTo>
                    <a:pt x="6347" y="6597"/>
                    <a:pt x="6263" y="6502"/>
                    <a:pt x="6180" y="6502"/>
                  </a:cubicBezTo>
                  <a:cubicBezTo>
                    <a:pt x="5465" y="6442"/>
                    <a:pt x="4799" y="6121"/>
                    <a:pt x="4287" y="5609"/>
                  </a:cubicBezTo>
                  <a:cubicBezTo>
                    <a:pt x="4192" y="5525"/>
                    <a:pt x="4120" y="5430"/>
                    <a:pt x="4049" y="5347"/>
                  </a:cubicBezTo>
                  <a:cubicBezTo>
                    <a:pt x="3620" y="4787"/>
                    <a:pt x="3382" y="4132"/>
                    <a:pt x="3382" y="3418"/>
                  </a:cubicBezTo>
                  <a:cubicBezTo>
                    <a:pt x="3382" y="2608"/>
                    <a:pt x="3703" y="1835"/>
                    <a:pt x="4287" y="1239"/>
                  </a:cubicBezTo>
                  <a:cubicBezTo>
                    <a:pt x="4870" y="656"/>
                    <a:pt x="5644" y="322"/>
                    <a:pt x="6478" y="322"/>
                  </a:cubicBezTo>
                  <a:cubicBezTo>
                    <a:pt x="7299" y="322"/>
                    <a:pt x="8073" y="656"/>
                    <a:pt x="8668" y="1239"/>
                  </a:cubicBezTo>
                  <a:cubicBezTo>
                    <a:pt x="9871" y="2442"/>
                    <a:pt x="9871" y="4394"/>
                    <a:pt x="8668" y="5597"/>
                  </a:cubicBezTo>
                  <a:cubicBezTo>
                    <a:pt x="8156" y="6097"/>
                    <a:pt x="7537" y="6395"/>
                    <a:pt x="6835" y="6478"/>
                  </a:cubicBezTo>
                  <a:cubicBezTo>
                    <a:pt x="6739" y="6490"/>
                    <a:pt x="6668" y="6561"/>
                    <a:pt x="6680" y="6668"/>
                  </a:cubicBezTo>
                  <a:cubicBezTo>
                    <a:pt x="6702" y="6757"/>
                    <a:pt x="6765" y="6825"/>
                    <a:pt x="6859" y="6825"/>
                  </a:cubicBezTo>
                  <a:cubicBezTo>
                    <a:pt x="6867" y="6825"/>
                    <a:pt x="6874" y="6824"/>
                    <a:pt x="6882" y="6823"/>
                  </a:cubicBezTo>
                  <a:cubicBezTo>
                    <a:pt x="7656" y="6728"/>
                    <a:pt x="8371" y="6383"/>
                    <a:pt x="8918" y="5835"/>
                  </a:cubicBezTo>
                  <a:cubicBezTo>
                    <a:pt x="10228" y="4513"/>
                    <a:pt x="10228" y="2335"/>
                    <a:pt x="8883" y="1001"/>
                  </a:cubicBezTo>
                  <a:cubicBezTo>
                    <a:pt x="8252" y="358"/>
                    <a:pt x="7382" y="1"/>
                    <a:pt x="64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60;p39"/>
            <p:cNvSpPr/>
            <p:nvPr/>
          </p:nvSpPr>
          <p:spPr>
            <a:xfrm>
              <a:off x="3243008" y="1888734"/>
              <a:ext cx="185613" cy="169741"/>
            </a:xfrm>
            <a:custGeom>
              <a:avLst/>
              <a:gdLst/>
              <a:ahLst/>
              <a:cxnLst/>
              <a:rect l="l" t="t" r="r" b="b"/>
              <a:pathLst>
                <a:path w="5859" h="5358" extrusionOk="0">
                  <a:moveTo>
                    <a:pt x="2918" y="333"/>
                  </a:moveTo>
                  <a:cubicBezTo>
                    <a:pt x="3513" y="333"/>
                    <a:pt x="4108" y="560"/>
                    <a:pt x="4561" y="1024"/>
                  </a:cubicBezTo>
                  <a:cubicBezTo>
                    <a:pt x="5489" y="1929"/>
                    <a:pt x="5489" y="3417"/>
                    <a:pt x="4561" y="4322"/>
                  </a:cubicBezTo>
                  <a:cubicBezTo>
                    <a:pt x="4108" y="4780"/>
                    <a:pt x="3510" y="5010"/>
                    <a:pt x="2912" y="5010"/>
                  </a:cubicBezTo>
                  <a:cubicBezTo>
                    <a:pt x="2313" y="5010"/>
                    <a:pt x="1715" y="4780"/>
                    <a:pt x="1263" y="4322"/>
                  </a:cubicBezTo>
                  <a:cubicBezTo>
                    <a:pt x="346" y="3417"/>
                    <a:pt x="346" y="1929"/>
                    <a:pt x="1263" y="1024"/>
                  </a:cubicBezTo>
                  <a:cubicBezTo>
                    <a:pt x="1727" y="560"/>
                    <a:pt x="2322" y="333"/>
                    <a:pt x="2918" y="333"/>
                  </a:cubicBezTo>
                  <a:close/>
                  <a:moveTo>
                    <a:pt x="2930" y="0"/>
                  </a:moveTo>
                  <a:cubicBezTo>
                    <a:pt x="2245" y="0"/>
                    <a:pt x="1560" y="262"/>
                    <a:pt x="1036" y="786"/>
                  </a:cubicBezTo>
                  <a:cubicBezTo>
                    <a:pt x="1" y="1822"/>
                    <a:pt x="1" y="3524"/>
                    <a:pt x="1036" y="4560"/>
                  </a:cubicBezTo>
                  <a:cubicBezTo>
                    <a:pt x="1560" y="5084"/>
                    <a:pt x="2239" y="5358"/>
                    <a:pt x="2930" y="5358"/>
                  </a:cubicBezTo>
                  <a:cubicBezTo>
                    <a:pt x="3608" y="5358"/>
                    <a:pt x="4299" y="5084"/>
                    <a:pt x="4823" y="4560"/>
                  </a:cubicBezTo>
                  <a:cubicBezTo>
                    <a:pt x="5858" y="3524"/>
                    <a:pt x="5858" y="1822"/>
                    <a:pt x="4823" y="786"/>
                  </a:cubicBezTo>
                  <a:cubicBezTo>
                    <a:pt x="4299" y="262"/>
                    <a:pt x="3614" y="0"/>
                    <a:pt x="29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61;p39"/>
            <p:cNvSpPr/>
            <p:nvPr/>
          </p:nvSpPr>
          <p:spPr>
            <a:xfrm>
              <a:off x="3074027" y="1863834"/>
              <a:ext cx="155802" cy="163342"/>
            </a:xfrm>
            <a:custGeom>
              <a:avLst/>
              <a:gdLst/>
              <a:ahLst/>
              <a:cxnLst/>
              <a:rect l="l" t="t" r="r" b="b"/>
              <a:pathLst>
                <a:path w="4918" h="5156" extrusionOk="0">
                  <a:moveTo>
                    <a:pt x="2370" y="0"/>
                  </a:moveTo>
                  <a:cubicBezTo>
                    <a:pt x="1917" y="24"/>
                    <a:pt x="1489" y="155"/>
                    <a:pt x="1120" y="405"/>
                  </a:cubicBezTo>
                  <a:cubicBezTo>
                    <a:pt x="596" y="750"/>
                    <a:pt x="239" y="1286"/>
                    <a:pt x="120" y="1893"/>
                  </a:cubicBezTo>
                  <a:cubicBezTo>
                    <a:pt x="1" y="2501"/>
                    <a:pt x="120" y="3132"/>
                    <a:pt x="477" y="3655"/>
                  </a:cubicBezTo>
                  <a:cubicBezTo>
                    <a:pt x="913" y="4319"/>
                    <a:pt x="1643" y="4696"/>
                    <a:pt x="2409" y="4696"/>
                  </a:cubicBezTo>
                  <a:cubicBezTo>
                    <a:pt x="2605" y="4696"/>
                    <a:pt x="2804" y="4671"/>
                    <a:pt x="3001" y="4620"/>
                  </a:cubicBezTo>
                  <a:lnTo>
                    <a:pt x="4108" y="5144"/>
                  </a:lnTo>
                  <a:cubicBezTo>
                    <a:pt x="4132" y="5156"/>
                    <a:pt x="4156" y="5156"/>
                    <a:pt x="4180" y="5156"/>
                  </a:cubicBezTo>
                  <a:cubicBezTo>
                    <a:pt x="4215" y="5156"/>
                    <a:pt x="4239" y="5144"/>
                    <a:pt x="4275" y="5120"/>
                  </a:cubicBezTo>
                  <a:cubicBezTo>
                    <a:pt x="4311" y="5096"/>
                    <a:pt x="4346" y="5037"/>
                    <a:pt x="4346" y="4977"/>
                  </a:cubicBezTo>
                  <a:lnTo>
                    <a:pt x="4287" y="3751"/>
                  </a:lnTo>
                  <a:cubicBezTo>
                    <a:pt x="4882" y="2989"/>
                    <a:pt x="4918" y="1893"/>
                    <a:pt x="4358" y="1084"/>
                  </a:cubicBezTo>
                  <a:cubicBezTo>
                    <a:pt x="4061" y="631"/>
                    <a:pt x="3608" y="286"/>
                    <a:pt x="3084" y="143"/>
                  </a:cubicBezTo>
                  <a:cubicBezTo>
                    <a:pt x="3065" y="136"/>
                    <a:pt x="3047" y="133"/>
                    <a:pt x="3029" y="133"/>
                  </a:cubicBezTo>
                  <a:cubicBezTo>
                    <a:pt x="2958" y="133"/>
                    <a:pt x="2899" y="186"/>
                    <a:pt x="2870" y="262"/>
                  </a:cubicBezTo>
                  <a:cubicBezTo>
                    <a:pt x="2846" y="346"/>
                    <a:pt x="2906" y="441"/>
                    <a:pt x="2989" y="465"/>
                  </a:cubicBezTo>
                  <a:cubicBezTo>
                    <a:pt x="3441" y="607"/>
                    <a:pt x="3822" y="881"/>
                    <a:pt x="4096" y="1274"/>
                  </a:cubicBezTo>
                  <a:cubicBezTo>
                    <a:pt x="4584" y="2001"/>
                    <a:pt x="4537" y="2941"/>
                    <a:pt x="4001" y="3620"/>
                  </a:cubicBezTo>
                  <a:cubicBezTo>
                    <a:pt x="3977" y="3655"/>
                    <a:pt x="3965" y="3703"/>
                    <a:pt x="3977" y="3739"/>
                  </a:cubicBezTo>
                  <a:lnTo>
                    <a:pt x="4013" y="4739"/>
                  </a:lnTo>
                  <a:lnTo>
                    <a:pt x="3108" y="4310"/>
                  </a:lnTo>
                  <a:cubicBezTo>
                    <a:pt x="3084" y="4298"/>
                    <a:pt x="3037" y="4298"/>
                    <a:pt x="2989" y="4298"/>
                  </a:cubicBezTo>
                  <a:cubicBezTo>
                    <a:pt x="2810" y="4346"/>
                    <a:pt x="2620" y="4370"/>
                    <a:pt x="2441" y="4370"/>
                  </a:cubicBezTo>
                  <a:cubicBezTo>
                    <a:pt x="1787" y="4370"/>
                    <a:pt x="1155" y="4036"/>
                    <a:pt x="774" y="3477"/>
                  </a:cubicBezTo>
                  <a:cubicBezTo>
                    <a:pt x="477" y="3024"/>
                    <a:pt x="370" y="2489"/>
                    <a:pt x="477" y="1965"/>
                  </a:cubicBezTo>
                  <a:cubicBezTo>
                    <a:pt x="584" y="1453"/>
                    <a:pt x="882" y="988"/>
                    <a:pt x="1322" y="691"/>
                  </a:cubicBezTo>
                  <a:cubicBezTo>
                    <a:pt x="1632" y="477"/>
                    <a:pt x="2013" y="357"/>
                    <a:pt x="2382" y="346"/>
                  </a:cubicBezTo>
                  <a:cubicBezTo>
                    <a:pt x="2465" y="346"/>
                    <a:pt x="2549" y="274"/>
                    <a:pt x="2549" y="167"/>
                  </a:cubicBezTo>
                  <a:cubicBezTo>
                    <a:pt x="2549" y="84"/>
                    <a:pt x="2465" y="0"/>
                    <a:pt x="23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62;p39"/>
            <p:cNvSpPr/>
            <p:nvPr/>
          </p:nvSpPr>
          <p:spPr>
            <a:xfrm>
              <a:off x="3135518" y="1918133"/>
              <a:ext cx="28322" cy="54363"/>
            </a:xfrm>
            <a:custGeom>
              <a:avLst/>
              <a:gdLst/>
              <a:ahLst/>
              <a:cxnLst/>
              <a:rect l="l" t="t" r="r" b="b"/>
              <a:pathLst>
                <a:path w="894" h="1716" extrusionOk="0">
                  <a:moveTo>
                    <a:pt x="179" y="1"/>
                  </a:moveTo>
                  <a:cubicBezTo>
                    <a:pt x="84" y="1"/>
                    <a:pt x="12" y="84"/>
                    <a:pt x="12" y="167"/>
                  </a:cubicBezTo>
                  <a:cubicBezTo>
                    <a:pt x="12" y="263"/>
                    <a:pt x="84" y="334"/>
                    <a:pt x="179" y="334"/>
                  </a:cubicBezTo>
                  <a:lnTo>
                    <a:pt x="262" y="334"/>
                  </a:lnTo>
                  <a:lnTo>
                    <a:pt x="262" y="1394"/>
                  </a:lnTo>
                  <a:lnTo>
                    <a:pt x="155" y="1394"/>
                  </a:lnTo>
                  <a:cubicBezTo>
                    <a:pt x="72" y="1394"/>
                    <a:pt x="0" y="1465"/>
                    <a:pt x="0" y="1549"/>
                  </a:cubicBezTo>
                  <a:cubicBezTo>
                    <a:pt x="0" y="1644"/>
                    <a:pt x="72" y="1715"/>
                    <a:pt x="155" y="1715"/>
                  </a:cubicBezTo>
                  <a:lnTo>
                    <a:pt x="727" y="1715"/>
                  </a:lnTo>
                  <a:cubicBezTo>
                    <a:pt x="810" y="1715"/>
                    <a:pt x="893" y="1644"/>
                    <a:pt x="893" y="1549"/>
                  </a:cubicBezTo>
                  <a:cubicBezTo>
                    <a:pt x="893" y="1465"/>
                    <a:pt x="834" y="1394"/>
                    <a:pt x="727" y="1394"/>
                  </a:cubicBezTo>
                  <a:lnTo>
                    <a:pt x="608" y="1394"/>
                  </a:lnTo>
                  <a:lnTo>
                    <a:pt x="608" y="167"/>
                  </a:lnTo>
                  <a:cubicBezTo>
                    <a:pt x="608" y="84"/>
                    <a:pt x="536" y="1"/>
                    <a:pt x="4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63;p39"/>
            <p:cNvSpPr/>
            <p:nvPr/>
          </p:nvSpPr>
          <p:spPr>
            <a:xfrm>
              <a:off x="3138908" y="1901153"/>
              <a:ext cx="16252" cy="16252"/>
            </a:xfrm>
            <a:custGeom>
              <a:avLst/>
              <a:gdLst/>
              <a:ahLst/>
              <a:cxnLst/>
              <a:rect l="l" t="t" r="r" b="b"/>
              <a:pathLst>
                <a:path w="513" h="513" extrusionOk="0">
                  <a:moveTo>
                    <a:pt x="262" y="1"/>
                  </a:moveTo>
                  <a:cubicBezTo>
                    <a:pt x="131" y="1"/>
                    <a:pt x="0" y="120"/>
                    <a:pt x="0" y="263"/>
                  </a:cubicBezTo>
                  <a:cubicBezTo>
                    <a:pt x="0" y="394"/>
                    <a:pt x="120" y="513"/>
                    <a:pt x="262" y="513"/>
                  </a:cubicBezTo>
                  <a:cubicBezTo>
                    <a:pt x="393" y="513"/>
                    <a:pt x="512" y="394"/>
                    <a:pt x="512" y="263"/>
                  </a:cubicBezTo>
                  <a:cubicBezTo>
                    <a:pt x="512" y="120"/>
                    <a:pt x="393" y="1"/>
                    <a:pt x="2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24801559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4" grpId="0" animBg="1"/>
      <p:bldP spid="95" grpId="0" animBg="1"/>
      <p:bldP spid="96" grpId="0" animBg="1"/>
      <p:bldP spid="9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0"/>
          <p:cNvSpPr txBox="1">
            <a:spLocks noGrp="1"/>
          </p:cNvSpPr>
          <p:nvPr>
            <p:ph type="body" idx="1"/>
          </p:nvPr>
        </p:nvSpPr>
        <p:spPr>
          <a:xfrm>
            <a:off x="713225" y="1467900"/>
            <a:ext cx="7717500" cy="30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Computer Graphics programs or visual programming is a programming technique that uses visual objects like symbols, blocks, pictures, etc., to code the program. Unlike text-based programming, it instructs the system with the help of the arrangement of the objects.</a:t>
            </a:r>
            <a:endParaRPr sz="2800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57" name="Google Shape;1557;p40"/>
          <p:cNvSpPr txBox="1">
            <a:spLocks noGrp="1"/>
          </p:cNvSpPr>
          <p:nvPr>
            <p:ph type="title"/>
          </p:nvPr>
        </p:nvSpPr>
        <p:spPr>
          <a:xfrm>
            <a:off x="438352" y="353074"/>
            <a:ext cx="79838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sz="32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What is Computer Graphics Programming ?</a:t>
            </a:r>
            <a:endParaRPr sz="32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58" name="Google Shape;1558;p40"/>
          <p:cNvGrpSpPr/>
          <p:nvPr/>
        </p:nvGrpSpPr>
        <p:grpSpPr>
          <a:xfrm rot="-7406951">
            <a:off x="8424414" y="-91553"/>
            <a:ext cx="573930" cy="945606"/>
            <a:chOff x="1279175" y="2762450"/>
            <a:chExt cx="644426" cy="1061755"/>
          </a:xfrm>
        </p:grpSpPr>
        <p:sp>
          <p:nvSpPr>
            <p:cNvPr id="1559" name="Google Shape;1559;p4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1452;p88"/>
          <p:cNvGrpSpPr/>
          <p:nvPr/>
        </p:nvGrpSpPr>
        <p:grpSpPr>
          <a:xfrm>
            <a:off x="6971781" y="3451574"/>
            <a:ext cx="1269983" cy="1135951"/>
            <a:chOff x="1958520" y="2302574"/>
            <a:chExt cx="359213" cy="327807"/>
          </a:xfrm>
        </p:grpSpPr>
        <p:sp>
          <p:nvSpPr>
            <p:cNvPr id="8" name="Google Shape;11453;p88"/>
            <p:cNvSpPr/>
            <p:nvPr/>
          </p:nvSpPr>
          <p:spPr>
            <a:xfrm>
              <a:off x="1958520" y="2302574"/>
              <a:ext cx="359213" cy="327807"/>
            </a:xfrm>
            <a:custGeom>
              <a:avLst/>
              <a:gdLst/>
              <a:ahLst/>
              <a:cxnLst/>
              <a:rect l="l" t="t" r="r" b="b"/>
              <a:pathLst>
                <a:path w="11312" h="10323" extrusionOk="0">
                  <a:moveTo>
                    <a:pt x="7168" y="8132"/>
                  </a:moveTo>
                  <a:lnTo>
                    <a:pt x="7501" y="9204"/>
                  </a:lnTo>
                  <a:lnTo>
                    <a:pt x="3799" y="9204"/>
                  </a:lnTo>
                  <a:lnTo>
                    <a:pt x="4120" y="8132"/>
                  </a:lnTo>
                  <a:close/>
                  <a:moveTo>
                    <a:pt x="8466" y="9537"/>
                  </a:moveTo>
                  <a:cubicBezTo>
                    <a:pt x="8597" y="9537"/>
                    <a:pt x="8704" y="9656"/>
                    <a:pt x="8704" y="9775"/>
                  </a:cubicBezTo>
                  <a:cubicBezTo>
                    <a:pt x="8704" y="9906"/>
                    <a:pt x="8597" y="10013"/>
                    <a:pt x="8466" y="10013"/>
                  </a:cubicBezTo>
                  <a:lnTo>
                    <a:pt x="2810" y="10013"/>
                  </a:lnTo>
                  <a:cubicBezTo>
                    <a:pt x="2679" y="10013"/>
                    <a:pt x="2572" y="9906"/>
                    <a:pt x="2572" y="9775"/>
                  </a:cubicBezTo>
                  <a:cubicBezTo>
                    <a:pt x="2572" y="9644"/>
                    <a:pt x="2679" y="9537"/>
                    <a:pt x="2810" y="9537"/>
                  </a:cubicBezTo>
                  <a:close/>
                  <a:moveTo>
                    <a:pt x="1072" y="0"/>
                  </a:moveTo>
                  <a:cubicBezTo>
                    <a:pt x="477" y="0"/>
                    <a:pt x="0" y="476"/>
                    <a:pt x="0" y="1072"/>
                  </a:cubicBezTo>
                  <a:lnTo>
                    <a:pt x="0" y="7049"/>
                  </a:lnTo>
                  <a:cubicBezTo>
                    <a:pt x="0" y="7644"/>
                    <a:pt x="477" y="8120"/>
                    <a:pt x="1072" y="8120"/>
                  </a:cubicBezTo>
                  <a:lnTo>
                    <a:pt x="3763" y="8120"/>
                  </a:lnTo>
                  <a:lnTo>
                    <a:pt x="3441" y="9192"/>
                  </a:lnTo>
                  <a:lnTo>
                    <a:pt x="2822" y="9192"/>
                  </a:lnTo>
                  <a:cubicBezTo>
                    <a:pt x="2513" y="9192"/>
                    <a:pt x="2263" y="9442"/>
                    <a:pt x="2263" y="9751"/>
                  </a:cubicBezTo>
                  <a:cubicBezTo>
                    <a:pt x="2263" y="10073"/>
                    <a:pt x="2513" y="10323"/>
                    <a:pt x="2822" y="10323"/>
                  </a:cubicBezTo>
                  <a:lnTo>
                    <a:pt x="8478" y="10323"/>
                  </a:lnTo>
                  <a:cubicBezTo>
                    <a:pt x="8799" y="10323"/>
                    <a:pt x="9049" y="10073"/>
                    <a:pt x="9049" y="9751"/>
                  </a:cubicBezTo>
                  <a:cubicBezTo>
                    <a:pt x="9049" y="9442"/>
                    <a:pt x="8799" y="9192"/>
                    <a:pt x="8478" y="9192"/>
                  </a:cubicBezTo>
                  <a:lnTo>
                    <a:pt x="7870" y="9192"/>
                  </a:lnTo>
                  <a:lnTo>
                    <a:pt x="7549" y="8120"/>
                  </a:lnTo>
                  <a:lnTo>
                    <a:pt x="10240" y="8120"/>
                  </a:lnTo>
                  <a:cubicBezTo>
                    <a:pt x="10835" y="8120"/>
                    <a:pt x="11311" y="7644"/>
                    <a:pt x="11311" y="7049"/>
                  </a:cubicBezTo>
                  <a:lnTo>
                    <a:pt x="11311" y="1072"/>
                  </a:lnTo>
                  <a:cubicBezTo>
                    <a:pt x="11299" y="488"/>
                    <a:pt x="10823" y="0"/>
                    <a:pt x="10228" y="0"/>
                  </a:cubicBezTo>
                  <a:lnTo>
                    <a:pt x="2786" y="0"/>
                  </a:lnTo>
                  <a:cubicBezTo>
                    <a:pt x="2691" y="0"/>
                    <a:pt x="2620" y="72"/>
                    <a:pt x="2620" y="155"/>
                  </a:cubicBezTo>
                  <a:cubicBezTo>
                    <a:pt x="2620" y="250"/>
                    <a:pt x="2691" y="322"/>
                    <a:pt x="2786" y="322"/>
                  </a:cubicBezTo>
                  <a:lnTo>
                    <a:pt x="10228" y="322"/>
                  </a:lnTo>
                  <a:cubicBezTo>
                    <a:pt x="10621" y="322"/>
                    <a:pt x="10966" y="655"/>
                    <a:pt x="10966" y="1072"/>
                  </a:cubicBezTo>
                  <a:lnTo>
                    <a:pt x="10966" y="7049"/>
                  </a:lnTo>
                  <a:cubicBezTo>
                    <a:pt x="10966" y="7453"/>
                    <a:pt x="10645" y="7799"/>
                    <a:pt x="10228" y="7799"/>
                  </a:cubicBezTo>
                  <a:lnTo>
                    <a:pt x="1072" y="7799"/>
                  </a:lnTo>
                  <a:cubicBezTo>
                    <a:pt x="667" y="7799"/>
                    <a:pt x="322" y="7465"/>
                    <a:pt x="322" y="7049"/>
                  </a:cubicBezTo>
                  <a:lnTo>
                    <a:pt x="322" y="1072"/>
                  </a:lnTo>
                  <a:cubicBezTo>
                    <a:pt x="322" y="667"/>
                    <a:pt x="655" y="322"/>
                    <a:pt x="1072" y="322"/>
                  </a:cubicBezTo>
                  <a:lnTo>
                    <a:pt x="2108" y="322"/>
                  </a:lnTo>
                  <a:cubicBezTo>
                    <a:pt x="2203" y="322"/>
                    <a:pt x="2275" y="250"/>
                    <a:pt x="2275" y="155"/>
                  </a:cubicBezTo>
                  <a:cubicBezTo>
                    <a:pt x="2275" y="72"/>
                    <a:pt x="2203" y="0"/>
                    <a:pt x="210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Google Shape;11454;p88"/>
            <p:cNvSpPr/>
            <p:nvPr/>
          </p:nvSpPr>
          <p:spPr>
            <a:xfrm>
              <a:off x="1986877" y="2331313"/>
              <a:ext cx="302117" cy="184909"/>
            </a:xfrm>
            <a:custGeom>
              <a:avLst/>
              <a:gdLst/>
              <a:ahLst/>
              <a:cxnLst/>
              <a:rect l="l" t="t" r="r" b="b"/>
              <a:pathLst>
                <a:path w="9514" h="5823" extrusionOk="0">
                  <a:moveTo>
                    <a:pt x="179" y="0"/>
                  </a:moveTo>
                  <a:cubicBezTo>
                    <a:pt x="72" y="0"/>
                    <a:pt x="0" y="71"/>
                    <a:pt x="0" y="179"/>
                  </a:cubicBezTo>
                  <a:lnTo>
                    <a:pt x="0" y="5656"/>
                  </a:lnTo>
                  <a:cubicBezTo>
                    <a:pt x="0" y="5739"/>
                    <a:pt x="72" y="5822"/>
                    <a:pt x="167" y="5822"/>
                  </a:cubicBezTo>
                  <a:lnTo>
                    <a:pt x="9347" y="5822"/>
                  </a:lnTo>
                  <a:cubicBezTo>
                    <a:pt x="9430" y="5822"/>
                    <a:pt x="9513" y="5739"/>
                    <a:pt x="9513" y="5656"/>
                  </a:cubicBezTo>
                  <a:lnTo>
                    <a:pt x="9513" y="5072"/>
                  </a:lnTo>
                  <a:cubicBezTo>
                    <a:pt x="9513" y="4989"/>
                    <a:pt x="9430" y="4905"/>
                    <a:pt x="9347" y="4905"/>
                  </a:cubicBezTo>
                  <a:cubicBezTo>
                    <a:pt x="9252" y="4905"/>
                    <a:pt x="9180" y="4989"/>
                    <a:pt x="9180" y="5072"/>
                  </a:cubicBezTo>
                  <a:lnTo>
                    <a:pt x="9180" y="5489"/>
                  </a:lnTo>
                  <a:lnTo>
                    <a:pt x="346" y="5489"/>
                  </a:lnTo>
                  <a:lnTo>
                    <a:pt x="346" y="345"/>
                  </a:lnTo>
                  <a:lnTo>
                    <a:pt x="9180" y="345"/>
                  </a:lnTo>
                  <a:lnTo>
                    <a:pt x="9180" y="4405"/>
                  </a:lnTo>
                  <a:cubicBezTo>
                    <a:pt x="9168" y="4489"/>
                    <a:pt x="9240" y="4572"/>
                    <a:pt x="9347" y="4572"/>
                  </a:cubicBezTo>
                  <a:cubicBezTo>
                    <a:pt x="9430" y="4572"/>
                    <a:pt x="9513" y="4489"/>
                    <a:pt x="9513" y="4405"/>
                  </a:cubicBezTo>
                  <a:lnTo>
                    <a:pt x="9513" y="179"/>
                  </a:lnTo>
                  <a:cubicBezTo>
                    <a:pt x="9513" y="71"/>
                    <a:pt x="9430" y="0"/>
                    <a:pt x="933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Google Shape;11455;p88"/>
            <p:cNvSpPr/>
            <p:nvPr/>
          </p:nvSpPr>
          <p:spPr>
            <a:xfrm>
              <a:off x="2131521" y="2526701"/>
              <a:ext cx="11908" cy="10638"/>
            </a:xfrm>
            <a:custGeom>
              <a:avLst/>
              <a:gdLst/>
              <a:ahLst/>
              <a:cxnLst/>
              <a:rect l="l" t="t" r="r" b="b"/>
              <a:pathLst>
                <a:path w="375" h="335" extrusionOk="0">
                  <a:moveTo>
                    <a:pt x="176" y="0"/>
                  </a:moveTo>
                  <a:cubicBezTo>
                    <a:pt x="167" y="0"/>
                    <a:pt x="158" y="1"/>
                    <a:pt x="148" y="3"/>
                  </a:cubicBezTo>
                  <a:cubicBezTo>
                    <a:pt x="77" y="26"/>
                    <a:pt x="17" y="86"/>
                    <a:pt x="17" y="157"/>
                  </a:cubicBezTo>
                  <a:cubicBezTo>
                    <a:pt x="1" y="258"/>
                    <a:pt x="95" y="334"/>
                    <a:pt x="186" y="334"/>
                  </a:cubicBezTo>
                  <a:cubicBezTo>
                    <a:pt x="225" y="334"/>
                    <a:pt x="263" y="320"/>
                    <a:pt x="291" y="288"/>
                  </a:cubicBezTo>
                  <a:cubicBezTo>
                    <a:pt x="375" y="229"/>
                    <a:pt x="375" y="145"/>
                    <a:pt x="327" y="86"/>
                  </a:cubicBezTo>
                  <a:cubicBezTo>
                    <a:pt x="296" y="34"/>
                    <a:pt x="238" y="0"/>
                    <a:pt x="17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993" y="3654909"/>
            <a:ext cx="523052" cy="433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0"/>
          <p:cNvSpPr txBox="1">
            <a:spLocks noGrp="1"/>
          </p:cNvSpPr>
          <p:nvPr>
            <p:ph type="body" idx="1"/>
          </p:nvPr>
        </p:nvSpPr>
        <p:spPr>
          <a:xfrm>
            <a:off x="713225" y="1467900"/>
            <a:ext cx="7717500" cy="30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Computer Animation is the process used for digitally generating animated images. Computer animation is essentially a digital successor to stop motion techniques, but using 3D models, and traditional animation techniques using frame-by-frame animation of 2D illustrations.</a:t>
            </a:r>
            <a:endParaRPr sz="2800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57" name="Google Shape;1557;p40"/>
          <p:cNvSpPr txBox="1">
            <a:spLocks noGrp="1"/>
          </p:cNvSpPr>
          <p:nvPr>
            <p:ph type="title"/>
          </p:nvPr>
        </p:nvSpPr>
        <p:spPr>
          <a:xfrm>
            <a:off x="561975" y="381192"/>
            <a:ext cx="79838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sz="32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What is Computer Animation ?</a:t>
            </a:r>
            <a:endParaRPr sz="32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58" name="Google Shape;1558;p40"/>
          <p:cNvGrpSpPr/>
          <p:nvPr/>
        </p:nvGrpSpPr>
        <p:grpSpPr>
          <a:xfrm rot="-7406951">
            <a:off x="8424414" y="-91553"/>
            <a:ext cx="573930" cy="945606"/>
            <a:chOff x="1279175" y="2762450"/>
            <a:chExt cx="644426" cy="1061755"/>
          </a:xfrm>
        </p:grpSpPr>
        <p:sp>
          <p:nvSpPr>
            <p:cNvPr id="1559" name="Google Shape;1559;p4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8821" y="3708701"/>
            <a:ext cx="966466" cy="96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3074088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1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Program 1:</a:t>
            </a: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566" name="Google Shape;1566;p41"/>
          <p:cNvSpPr txBox="1">
            <a:spLocks noGrp="1"/>
          </p:cNvSpPr>
          <p:nvPr>
            <p:ph type="subTitle" idx="1"/>
          </p:nvPr>
        </p:nvSpPr>
        <p:spPr>
          <a:xfrm>
            <a:off x="1143001" y="1726221"/>
            <a:ext cx="6543674" cy="7598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itchFamily="18" charset="0"/>
                <a:cs typeface="Times New Roman" pitchFamily="18" charset="0"/>
              </a:rPr>
              <a:t>Write a program in C++ to display the following output.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84" name="Google Shape;1584;p41"/>
          <p:cNvGrpSpPr/>
          <p:nvPr/>
        </p:nvGrpSpPr>
        <p:grpSpPr>
          <a:xfrm rot="-2113278">
            <a:off x="8169449" y="3074501"/>
            <a:ext cx="573880" cy="945523"/>
            <a:chOff x="1279175" y="2762450"/>
            <a:chExt cx="644426" cy="1061755"/>
          </a:xfrm>
        </p:grpSpPr>
        <p:sp>
          <p:nvSpPr>
            <p:cNvPr id="1585" name="Google Shape;1585;p41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2776538"/>
            <a:ext cx="15240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79480194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29013" y="1468419"/>
            <a:ext cx="736282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conio.h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{	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gd,gm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;	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pentagon[12]={223,300, 180,201, 310,110, 435,200, 393,300, 223,300};   	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detectgraph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gm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);	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initgraph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gm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,"C:\\TC\\BGI");	</a:t>
            </a:r>
          </a:p>
          <a:p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 a=</a:t>
            </a:r>
            <a:r>
              <a:rPr lang="en-IN" sz="1800" b="1" dirty="0" err="1">
                <a:latin typeface="Times New Roman" pitchFamily="18" charset="0"/>
                <a:cs typeface="Times New Roman" pitchFamily="18" charset="0"/>
              </a:rPr>
              <a:t>getmaxx</a:t>
            </a:r>
            <a:r>
              <a:rPr lang="en-IN" sz="1800" b="1" dirty="0">
                <a:latin typeface="Times New Roman" pitchFamily="18" charset="0"/>
                <a:cs typeface="Times New Roman" pitchFamily="18" charset="0"/>
              </a:rPr>
              <a:t>();	</a:t>
            </a:r>
          </a:p>
        </p:txBody>
      </p:sp>
    </p:spTree>
    <p:extLst>
      <p:ext uri="{BB962C8B-B14F-4D97-AF65-F5344CB8AC3E}">
        <p14:creationId xmlns:p14="http://schemas.microsoft.com/office/powerpoint/2010/main" val="2079692787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33425" y="1434305"/>
            <a:ext cx="73628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 b=</a:t>
            </a:r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getmaxy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		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setbkcolor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(WHITE);	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cleardevice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	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setcolor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(RED);	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rectangle(200,406,420,420); //Base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rectangle(297,300,317,406);			// Trunk </a:t>
            </a:r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setfillstyle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(SOLID_FILL,RED);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floodfill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(298,301,RED);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floodfill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(201,407,RED);		// Branch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setcolor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(GREEN);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setfillstyle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(SOLID_FILL,GREEN);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fillpoly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(6,pentagon);	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  }</a:t>
            </a:r>
          </a:p>
          <a:p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701375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p45"/>
          <p:cNvSpPr txBox="1">
            <a:spLocks noGrp="1"/>
          </p:cNvSpPr>
          <p:nvPr>
            <p:ph type="title"/>
          </p:nvPr>
        </p:nvSpPr>
        <p:spPr>
          <a:xfrm>
            <a:off x="894200" y="524450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Output :</a:t>
            </a:r>
            <a:endParaRPr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grpSp>
        <p:nvGrpSpPr>
          <p:cNvPr id="1710" name="Google Shape;1710;p45"/>
          <p:cNvGrpSpPr/>
          <p:nvPr/>
        </p:nvGrpSpPr>
        <p:grpSpPr>
          <a:xfrm>
            <a:off x="6052963" y="2714240"/>
            <a:ext cx="2333217" cy="2161298"/>
            <a:chOff x="1391875" y="2481200"/>
            <a:chExt cx="2132545" cy="1975412"/>
          </a:xfrm>
        </p:grpSpPr>
        <p:sp>
          <p:nvSpPr>
            <p:cNvPr id="1711" name="Google Shape;1711;p45"/>
            <p:cNvSpPr/>
            <p:nvPr/>
          </p:nvSpPr>
          <p:spPr>
            <a:xfrm>
              <a:off x="1391875" y="2481200"/>
              <a:ext cx="1921392" cy="1487799"/>
            </a:xfrm>
            <a:custGeom>
              <a:avLst/>
              <a:gdLst/>
              <a:ahLst/>
              <a:cxnLst/>
              <a:rect l="l" t="t" r="r" b="b"/>
              <a:pathLst>
                <a:path w="42039" h="32554" extrusionOk="0">
                  <a:moveTo>
                    <a:pt x="1" y="0"/>
                  </a:moveTo>
                  <a:lnTo>
                    <a:pt x="1" y="32554"/>
                  </a:lnTo>
                  <a:lnTo>
                    <a:pt x="42038" y="32554"/>
                  </a:lnTo>
                  <a:lnTo>
                    <a:pt x="420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2" name="Google Shape;1712;p45"/>
            <p:cNvSpPr/>
            <p:nvPr/>
          </p:nvSpPr>
          <p:spPr>
            <a:xfrm>
              <a:off x="1414133" y="2503412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1"/>
                  </a:moveTo>
                  <a:lnTo>
                    <a:pt x="0" y="31582"/>
                  </a:lnTo>
                  <a:lnTo>
                    <a:pt x="41034" y="31582"/>
                  </a:lnTo>
                  <a:lnTo>
                    <a:pt x="410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3" name="Google Shape;1713;p45"/>
            <p:cNvSpPr/>
            <p:nvPr/>
          </p:nvSpPr>
          <p:spPr>
            <a:xfrm>
              <a:off x="1415504" y="2503412"/>
              <a:ext cx="1875505" cy="152875"/>
            </a:xfrm>
            <a:custGeom>
              <a:avLst/>
              <a:gdLst/>
              <a:ahLst/>
              <a:cxnLst/>
              <a:rect l="l" t="t" r="r" b="b"/>
              <a:pathLst>
                <a:path w="41035" h="3345" extrusionOk="0">
                  <a:moveTo>
                    <a:pt x="1" y="1"/>
                  </a:moveTo>
                  <a:lnTo>
                    <a:pt x="41035" y="1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4" name="Google Shape;1714;p45"/>
            <p:cNvSpPr/>
            <p:nvPr/>
          </p:nvSpPr>
          <p:spPr>
            <a:xfrm>
              <a:off x="1415504" y="2656245"/>
              <a:ext cx="1874134" cy="46"/>
            </a:xfrm>
            <a:custGeom>
              <a:avLst/>
              <a:gdLst/>
              <a:ahLst/>
              <a:cxnLst/>
              <a:rect l="l" t="t" r="r" b="b"/>
              <a:pathLst>
                <a:path w="41005" h="1" fill="none" extrusionOk="0">
                  <a:moveTo>
                    <a:pt x="1" y="0"/>
                  </a:moveTo>
                  <a:lnTo>
                    <a:pt x="41004" y="0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5" name="Google Shape;1715;p45"/>
            <p:cNvSpPr/>
            <p:nvPr/>
          </p:nvSpPr>
          <p:spPr>
            <a:xfrm>
              <a:off x="3158972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0" y="1"/>
                  </a:moveTo>
                  <a:lnTo>
                    <a:pt x="0" y="2463"/>
                  </a:lnTo>
                  <a:lnTo>
                    <a:pt x="2462" y="2463"/>
                  </a:lnTo>
                  <a:lnTo>
                    <a:pt x="24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6" name="Google Shape;1716;p45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1733"/>
                  </a:moveTo>
                  <a:lnTo>
                    <a:pt x="170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7" name="Google Shape;1717;p45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0"/>
                  </a:moveTo>
                  <a:lnTo>
                    <a:pt x="170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8" name="Google Shape;1718;p45"/>
            <p:cNvSpPr/>
            <p:nvPr/>
          </p:nvSpPr>
          <p:spPr>
            <a:xfrm>
              <a:off x="3010297" y="2521465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93" y="2463"/>
                  </a:lnTo>
                  <a:lnTo>
                    <a:pt x="24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19" name="Google Shape;1719;p45"/>
            <p:cNvSpPr/>
            <p:nvPr/>
          </p:nvSpPr>
          <p:spPr>
            <a:xfrm>
              <a:off x="3033926" y="2543723"/>
              <a:ext cx="66729" cy="66726"/>
            </a:xfrm>
            <a:custGeom>
              <a:avLst/>
              <a:gdLst/>
              <a:ahLst/>
              <a:cxnLst/>
              <a:rect l="l" t="t" r="r" b="b"/>
              <a:pathLst>
                <a:path w="1460" h="1460" fill="none" extrusionOk="0">
                  <a:moveTo>
                    <a:pt x="1" y="0"/>
                  </a:moveTo>
                  <a:lnTo>
                    <a:pt x="1459" y="0"/>
                  </a:lnTo>
                  <a:lnTo>
                    <a:pt x="1459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0" name="Google Shape;1720;p45"/>
            <p:cNvSpPr/>
            <p:nvPr/>
          </p:nvSpPr>
          <p:spPr>
            <a:xfrm>
              <a:off x="3033926" y="2560359"/>
              <a:ext cx="66729" cy="46"/>
            </a:xfrm>
            <a:custGeom>
              <a:avLst/>
              <a:gdLst/>
              <a:ahLst/>
              <a:cxnLst/>
              <a:rect l="l" t="t" r="r" b="b"/>
              <a:pathLst>
                <a:path w="1460" h="1" fill="none" extrusionOk="0">
                  <a:moveTo>
                    <a:pt x="1" y="1"/>
                  </a:moveTo>
                  <a:lnTo>
                    <a:pt x="1459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1" name="Google Shape;1721;p45"/>
            <p:cNvSpPr/>
            <p:nvPr/>
          </p:nvSpPr>
          <p:spPr>
            <a:xfrm>
              <a:off x="2863039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63" y="2463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2" name="Google Shape;1722;p45"/>
            <p:cNvSpPr/>
            <p:nvPr/>
          </p:nvSpPr>
          <p:spPr>
            <a:xfrm>
              <a:off x="2882509" y="2611775"/>
              <a:ext cx="73676" cy="46"/>
            </a:xfrm>
            <a:custGeom>
              <a:avLst/>
              <a:gdLst/>
              <a:ahLst/>
              <a:cxnLst/>
              <a:rect l="l" t="t" r="r" b="b"/>
              <a:pathLst>
                <a:path w="1612" h="1" fill="none" extrusionOk="0">
                  <a:moveTo>
                    <a:pt x="0" y="0"/>
                  </a:moveTo>
                  <a:lnTo>
                    <a:pt x="1611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3" name="Google Shape;1723;p45"/>
            <p:cNvSpPr/>
            <p:nvPr/>
          </p:nvSpPr>
          <p:spPr>
            <a:xfrm>
              <a:off x="3179813" y="2656245"/>
              <a:ext cx="118102" cy="1297494"/>
            </a:xfrm>
            <a:custGeom>
              <a:avLst/>
              <a:gdLst/>
              <a:ahLst/>
              <a:cxnLst/>
              <a:rect l="l" t="t" r="r" b="b"/>
              <a:pathLst>
                <a:path w="2584" h="28390" fill="none" extrusionOk="0">
                  <a:moveTo>
                    <a:pt x="0" y="0"/>
                  </a:moveTo>
                  <a:lnTo>
                    <a:pt x="2584" y="0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4" name="Google Shape;1724;p45"/>
            <p:cNvSpPr/>
            <p:nvPr/>
          </p:nvSpPr>
          <p:spPr>
            <a:xfrm>
              <a:off x="3210343" y="2689563"/>
              <a:ext cx="55623" cy="40355"/>
            </a:xfrm>
            <a:custGeom>
              <a:avLst/>
              <a:gdLst/>
              <a:ahLst/>
              <a:cxnLst/>
              <a:rect l="l" t="t" r="r" b="b"/>
              <a:pathLst>
                <a:path w="1217" h="883" extrusionOk="0">
                  <a:moveTo>
                    <a:pt x="609" y="1"/>
                  </a:moveTo>
                  <a:lnTo>
                    <a:pt x="1" y="882"/>
                  </a:lnTo>
                  <a:lnTo>
                    <a:pt x="1217" y="882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5" name="Google Shape;1725;p45"/>
            <p:cNvSpPr/>
            <p:nvPr/>
          </p:nvSpPr>
          <p:spPr>
            <a:xfrm>
              <a:off x="3179813" y="2760404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6" name="Google Shape;1726;p45"/>
            <p:cNvSpPr/>
            <p:nvPr/>
          </p:nvSpPr>
          <p:spPr>
            <a:xfrm>
              <a:off x="1500239" y="2721510"/>
              <a:ext cx="1919976" cy="1489216"/>
            </a:xfrm>
            <a:custGeom>
              <a:avLst/>
              <a:gdLst/>
              <a:ahLst/>
              <a:cxnLst/>
              <a:rect l="l" t="t" r="r" b="b"/>
              <a:pathLst>
                <a:path w="42008" h="32585" extrusionOk="0">
                  <a:moveTo>
                    <a:pt x="1" y="1"/>
                  </a:moveTo>
                  <a:lnTo>
                    <a:pt x="1" y="32585"/>
                  </a:lnTo>
                  <a:lnTo>
                    <a:pt x="42008" y="32585"/>
                  </a:lnTo>
                  <a:lnTo>
                    <a:pt x="420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7" name="Google Shape;1727;p45"/>
            <p:cNvSpPr/>
            <p:nvPr/>
          </p:nvSpPr>
          <p:spPr>
            <a:xfrm>
              <a:off x="1523868" y="2745139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0"/>
                  </a:moveTo>
                  <a:lnTo>
                    <a:pt x="0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8" name="Google Shape;1728;p45"/>
            <p:cNvSpPr/>
            <p:nvPr/>
          </p:nvSpPr>
          <p:spPr>
            <a:xfrm>
              <a:off x="1522451" y="2745139"/>
              <a:ext cx="1875550" cy="152829"/>
            </a:xfrm>
            <a:custGeom>
              <a:avLst/>
              <a:gdLst/>
              <a:ahLst/>
              <a:cxnLst/>
              <a:rect l="l" t="t" r="r" b="b"/>
              <a:pathLst>
                <a:path w="41036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29" name="Google Shape;1729;p45"/>
            <p:cNvSpPr/>
            <p:nvPr/>
          </p:nvSpPr>
          <p:spPr>
            <a:xfrm>
              <a:off x="1522451" y="2897926"/>
              <a:ext cx="1875550" cy="46"/>
            </a:xfrm>
            <a:custGeom>
              <a:avLst/>
              <a:gdLst/>
              <a:ahLst/>
              <a:cxnLst/>
              <a:rect l="l" t="t" r="r" b="b"/>
              <a:pathLst>
                <a:path w="41036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0" name="Google Shape;1730;p45"/>
            <p:cNvSpPr/>
            <p:nvPr/>
          </p:nvSpPr>
          <p:spPr>
            <a:xfrm>
              <a:off x="3267290" y="2761821"/>
              <a:ext cx="113988" cy="113936"/>
            </a:xfrm>
            <a:custGeom>
              <a:avLst/>
              <a:gdLst/>
              <a:ahLst/>
              <a:cxnLst/>
              <a:rect l="l" t="t" r="r" b="b"/>
              <a:pathLst>
                <a:path w="2494" h="2493" extrusionOk="0">
                  <a:moveTo>
                    <a:pt x="1" y="0"/>
                  </a:moveTo>
                  <a:lnTo>
                    <a:pt x="1" y="2493"/>
                  </a:lnTo>
                  <a:lnTo>
                    <a:pt x="2493" y="2493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1" name="Google Shape;1731;p45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1763"/>
                  </a:moveTo>
                  <a:lnTo>
                    <a:pt x="173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2" name="Google Shape;1732;p45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0"/>
                  </a:moveTo>
                  <a:lnTo>
                    <a:pt x="1733" y="176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3" name="Google Shape;1733;p45"/>
            <p:cNvSpPr/>
            <p:nvPr/>
          </p:nvSpPr>
          <p:spPr>
            <a:xfrm>
              <a:off x="3120078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4" name="Google Shape;1734;p45"/>
            <p:cNvSpPr/>
            <p:nvPr/>
          </p:nvSpPr>
          <p:spPr>
            <a:xfrm>
              <a:off x="3142290" y="2785404"/>
              <a:ext cx="68100" cy="66726"/>
            </a:xfrm>
            <a:custGeom>
              <a:avLst/>
              <a:gdLst/>
              <a:ahLst/>
              <a:cxnLst/>
              <a:rect l="l" t="t" r="r" b="b"/>
              <a:pathLst>
                <a:path w="1490" h="1460" fill="none" extrusionOk="0">
                  <a:moveTo>
                    <a:pt x="0" y="1"/>
                  </a:moveTo>
                  <a:lnTo>
                    <a:pt x="1490" y="1"/>
                  </a:lnTo>
                  <a:lnTo>
                    <a:pt x="1490" y="1460"/>
                  </a:lnTo>
                  <a:lnTo>
                    <a:pt x="0" y="1460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5" name="Google Shape;1735;p45"/>
            <p:cNvSpPr/>
            <p:nvPr/>
          </p:nvSpPr>
          <p:spPr>
            <a:xfrm>
              <a:off x="3142290" y="2802086"/>
              <a:ext cx="68100" cy="46"/>
            </a:xfrm>
            <a:custGeom>
              <a:avLst/>
              <a:gdLst/>
              <a:ahLst/>
              <a:cxnLst/>
              <a:rect l="l" t="t" r="r" b="b"/>
              <a:pathLst>
                <a:path w="1490" h="1" fill="none" extrusionOk="0">
                  <a:moveTo>
                    <a:pt x="0" y="1"/>
                  </a:moveTo>
                  <a:lnTo>
                    <a:pt x="1490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6" name="Google Shape;1736;p45"/>
            <p:cNvSpPr/>
            <p:nvPr/>
          </p:nvSpPr>
          <p:spPr>
            <a:xfrm>
              <a:off x="2972820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7" name="Google Shape;1737;p45"/>
            <p:cNvSpPr/>
            <p:nvPr/>
          </p:nvSpPr>
          <p:spPr>
            <a:xfrm>
              <a:off x="2989456" y="2852085"/>
              <a:ext cx="76464" cy="46"/>
            </a:xfrm>
            <a:custGeom>
              <a:avLst/>
              <a:gdLst/>
              <a:ahLst/>
              <a:cxnLst/>
              <a:rect l="l" t="t" r="r" b="b"/>
              <a:pathLst>
                <a:path w="1673" h="1" fill="none" extrusionOk="0">
                  <a:moveTo>
                    <a:pt x="1" y="1"/>
                  </a:moveTo>
                  <a:lnTo>
                    <a:pt x="167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8" name="Google Shape;1738;p45"/>
            <p:cNvSpPr/>
            <p:nvPr/>
          </p:nvSpPr>
          <p:spPr>
            <a:xfrm>
              <a:off x="3288131" y="2897926"/>
              <a:ext cx="118147" cy="1296123"/>
            </a:xfrm>
            <a:custGeom>
              <a:avLst/>
              <a:gdLst/>
              <a:ahLst/>
              <a:cxnLst/>
              <a:rect l="l" t="t" r="r" b="b"/>
              <a:pathLst>
                <a:path w="2585" h="28360" fill="none" extrusionOk="0">
                  <a:moveTo>
                    <a:pt x="1" y="1"/>
                  </a:moveTo>
                  <a:lnTo>
                    <a:pt x="2585" y="1"/>
                  </a:lnTo>
                  <a:lnTo>
                    <a:pt x="2585" y="28360"/>
                  </a:lnTo>
                  <a:lnTo>
                    <a:pt x="1" y="2836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39" name="Google Shape;1739;p45"/>
            <p:cNvSpPr/>
            <p:nvPr/>
          </p:nvSpPr>
          <p:spPr>
            <a:xfrm>
              <a:off x="3320124" y="2928502"/>
              <a:ext cx="54206" cy="41726"/>
            </a:xfrm>
            <a:custGeom>
              <a:avLst/>
              <a:gdLst/>
              <a:ahLst/>
              <a:cxnLst/>
              <a:rect l="l" t="t" r="r" b="b"/>
              <a:pathLst>
                <a:path w="1186" h="913" extrusionOk="0">
                  <a:moveTo>
                    <a:pt x="608" y="1"/>
                  </a:moveTo>
                  <a:lnTo>
                    <a:pt x="0" y="912"/>
                  </a:lnTo>
                  <a:lnTo>
                    <a:pt x="1185" y="91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FE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0" name="Google Shape;1740;p45"/>
            <p:cNvSpPr/>
            <p:nvPr/>
          </p:nvSpPr>
          <p:spPr>
            <a:xfrm>
              <a:off x="3288131" y="3002131"/>
              <a:ext cx="118147" cy="46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1"/>
                  </a:moveTo>
                  <a:lnTo>
                    <a:pt x="2585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1" name="Google Shape;1741;p45"/>
            <p:cNvSpPr/>
            <p:nvPr/>
          </p:nvSpPr>
          <p:spPr>
            <a:xfrm>
              <a:off x="1604444" y="2968813"/>
              <a:ext cx="1919976" cy="1487799"/>
            </a:xfrm>
            <a:custGeom>
              <a:avLst/>
              <a:gdLst/>
              <a:ahLst/>
              <a:cxnLst/>
              <a:rect l="l" t="t" r="r" b="b"/>
              <a:pathLst>
                <a:path w="42008" h="32554" extrusionOk="0">
                  <a:moveTo>
                    <a:pt x="0" y="0"/>
                  </a:moveTo>
                  <a:lnTo>
                    <a:pt x="0" y="32554"/>
                  </a:lnTo>
                  <a:lnTo>
                    <a:pt x="42007" y="32554"/>
                  </a:lnTo>
                  <a:lnTo>
                    <a:pt x="420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2" name="Google Shape;1742;p45"/>
            <p:cNvSpPr/>
            <p:nvPr/>
          </p:nvSpPr>
          <p:spPr>
            <a:xfrm>
              <a:off x="1626656" y="2989653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1" y="0"/>
                  </a:moveTo>
                  <a:lnTo>
                    <a:pt x="1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1743" name="Google Shape;1743;p45"/>
            <p:cNvSpPr/>
            <p:nvPr/>
          </p:nvSpPr>
          <p:spPr>
            <a:xfrm>
              <a:off x="1626656" y="2989653"/>
              <a:ext cx="1875505" cy="152829"/>
            </a:xfrm>
            <a:custGeom>
              <a:avLst/>
              <a:gdLst/>
              <a:ahLst/>
              <a:cxnLst/>
              <a:rect l="l" t="t" r="r" b="b"/>
              <a:pathLst>
                <a:path w="41035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4" name="Google Shape;1744;p45"/>
            <p:cNvSpPr/>
            <p:nvPr/>
          </p:nvSpPr>
          <p:spPr>
            <a:xfrm>
              <a:off x="1626656" y="3143812"/>
              <a:ext cx="1875505" cy="46"/>
            </a:xfrm>
            <a:custGeom>
              <a:avLst/>
              <a:gdLst/>
              <a:ahLst/>
              <a:cxnLst/>
              <a:rect l="l" t="t" r="r" b="b"/>
              <a:pathLst>
                <a:path w="41035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5" name="Google Shape;1745;p45"/>
            <p:cNvSpPr/>
            <p:nvPr/>
          </p:nvSpPr>
          <p:spPr>
            <a:xfrm>
              <a:off x="3371495" y="3007706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93" y="2462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6" name="Google Shape;1746;p45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733"/>
                  </a:moveTo>
                  <a:lnTo>
                    <a:pt x="173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7" name="Google Shape;1747;p45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"/>
                  </a:moveTo>
                  <a:lnTo>
                    <a:pt x="173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8" name="Google Shape;1748;p45"/>
            <p:cNvSpPr/>
            <p:nvPr/>
          </p:nvSpPr>
          <p:spPr>
            <a:xfrm>
              <a:off x="3224237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49" name="Google Shape;1749;p45"/>
            <p:cNvSpPr/>
            <p:nvPr/>
          </p:nvSpPr>
          <p:spPr>
            <a:xfrm>
              <a:off x="3245078" y="3029918"/>
              <a:ext cx="68146" cy="66726"/>
            </a:xfrm>
            <a:custGeom>
              <a:avLst/>
              <a:gdLst/>
              <a:ahLst/>
              <a:cxnLst/>
              <a:rect l="l" t="t" r="r" b="b"/>
              <a:pathLst>
                <a:path w="1491" h="1460" fill="none" extrusionOk="0">
                  <a:moveTo>
                    <a:pt x="1" y="0"/>
                  </a:moveTo>
                  <a:lnTo>
                    <a:pt x="1490" y="0"/>
                  </a:lnTo>
                  <a:lnTo>
                    <a:pt x="1490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0" name="Google Shape;1750;p45"/>
            <p:cNvSpPr/>
            <p:nvPr/>
          </p:nvSpPr>
          <p:spPr>
            <a:xfrm>
              <a:off x="3245078" y="3046600"/>
              <a:ext cx="68146" cy="46"/>
            </a:xfrm>
            <a:custGeom>
              <a:avLst/>
              <a:gdLst/>
              <a:ahLst/>
              <a:cxnLst/>
              <a:rect l="l" t="t" r="r" b="b"/>
              <a:pathLst>
                <a:path w="1491" h="1" fill="none" extrusionOk="0">
                  <a:moveTo>
                    <a:pt x="1" y="0"/>
                  </a:moveTo>
                  <a:lnTo>
                    <a:pt x="1490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1" name="Google Shape;1751;p45"/>
            <p:cNvSpPr/>
            <p:nvPr/>
          </p:nvSpPr>
          <p:spPr>
            <a:xfrm>
              <a:off x="3076979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2" name="Google Shape;1752;p45"/>
            <p:cNvSpPr/>
            <p:nvPr/>
          </p:nvSpPr>
          <p:spPr>
            <a:xfrm>
              <a:off x="3093661" y="3097971"/>
              <a:ext cx="75048" cy="46"/>
            </a:xfrm>
            <a:custGeom>
              <a:avLst/>
              <a:gdLst/>
              <a:ahLst/>
              <a:cxnLst/>
              <a:rect l="l" t="t" r="r" b="b"/>
              <a:pathLst>
                <a:path w="1642" h="1" fill="none" extrusionOk="0">
                  <a:moveTo>
                    <a:pt x="1" y="1"/>
                  </a:moveTo>
                  <a:lnTo>
                    <a:pt x="1642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3" name="Google Shape;1753;p45"/>
            <p:cNvSpPr/>
            <p:nvPr/>
          </p:nvSpPr>
          <p:spPr>
            <a:xfrm>
              <a:off x="3390965" y="3143812"/>
              <a:ext cx="118102" cy="1297540"/>
            </a:xfrm>
            <a:custGeom>
              <a:avLst/>
              <a:gdLst/>
              <a:ahLst/>
              <a:cxnLst/>
              <a:rect l="l" t="t" r="r" b="b"/>
              <a:pathLst>
                <a:path w="2584" h="28391" fill="none" extrusionOk="0">
                  <a:moveTo>
                    <a:pt x="0" y="1"/>
                  </a:moveTo>
                  <a:lnTo>
                    <a:pt x="2584" y="1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4" name="Google Shape;1754;p45"/>
            <p:cNvSpPr/>
            <p:nvPr/>
          </p:nvSpPr>
          <p:spPr>
            <a:xfrm>
              <a:off x="3424283" y="3175804"/>
              <a:ext cx="54252" cy="40310"/>
            </a:xfrm>
            <a:custGeom>
              <a:avLst/>
              <a:gdLst/>
              <a:ahLst/>
              <a:cxnLst/>
              <a:rect l="l" t="t" r="r" b="b"/>
              <a:pathLst>
                <a:path w="1187" h="882" extrusionOk="0">
                  <a:moveTo>
                    <a:pt x="578" y="0"/>
                  </a:moveTo>
                  <a:lnTo>
                    <a:pt x="1" y="881"/>
                  </a:lnTo>
                  <a:lnTo>
                    <a:pt x="1186" y="8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5" name="Google Shape;1755;p45"/>
            <p:cNvSpPr/>
            <p:nvPr/>
          </p:nvSpPr>
          <p:spPr>
            <a:xfrm>
              <a:off x="3390965" y="3248016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756" name="Google Shape;1756;p45"/>
          <p:cNvSpPr/>
          <p:nvPr/>
        </p:nvSpPr>
        <p:spPr>
          <a:xfrm>
            <a:off x="6759625" y="3595472"/>
            <a:ext cx="1082648" cy="1082648"/>
          </a:xfrm>
          <a:custGeom>
            <a:avLst/>
            <a:gdLst/>
            <a:ahLst/>
            <a:cxnLst/>
            <a:rect l="l" t="t" r="r" b="b"/>
            <a:pathLst>
              <a:path w="17448" h="17448" fill="none" extrusionOk="0">
                <a:moveTo>
                  <a:pt x="0" y="8724"/>
                </a:moveTo>
                <a:lnTo>
                  <a:pt x="8724" y="0"/>
                </a:lnTo>
                <a:lnTo>
                  <a:pt x="17448" y="8724"/>
                </a:lnTo>
                <a:lnTo>
                  <a:pt x="8724" y="17447"/>
                </a:lnTo>
                <a:close/>
              </a:path>
            </a:pathLst>
          </a:custGeom>
          <a:noFill/>
          <a:ln w="9525" cap="flat" cmpd="sng">
            <a:solidFill>
              <a:schemeClr val="lt1"/>
            </a:solidFill>
            <a:prstDash val="solid"/>
            <a:miter lim="3039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757" name="Google Shape;1757;p45"/>
          <p:cNvGrpSpPr/>
          <p:nvPr/>
        </p:nvGrpSpPr>
        <p:grpSpPr>
          <a:xfrm rot="5400000" flipH="1">
            <a:off x="5831064" y="3759352"/>
            <a:ext cx="573926" cy="945599"/>
            <a:chOff x="1279175" y="2762450"/>
            <a:chExt cx="644426" cy="1061755"/>
          </a:xfrm>
        </p:grpSpPr>
        <p:sp>
          <p:nvSpPr>
            <p:cNvPr id="1758" name="Google Shape;1758;p45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59" name="Google Shape;1759;p45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" t="21285" r="8614" b="6332"/>
          <a:stretch/>
        </p:blipFill>
        <p:spPr bwMode="auto">
          <a:xfrm>
            <a:off x="1294580" y="1552575"/>
            <a:ext cx="4350647" cy="2748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1D95B2-A4EE-495E-91DB-5503AB7EE222}"/>
              </a:ext>
            </a:extLst>
          </p:cNvPr>
          <p:cNvSpPr/>
          <p:nvPr/>
        </p:nvSpPr>
        <p:spPr>
          <a:xfrm>
            <a:off x="6718535" y="3543858"/>
            <a:ext cx="1283056" cy="101860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095E1E-5DA2-44D6-A42D-882EE6DA66D9}"/>
              </a:ext>
            </a:extLst>
          </p:cNvPr>
          <p:cNvSpPr/>
          <p:nvPr/>
        </p:nvSpPr>
        <p:spPr>
          <a:xfrm>
            <a:off x="7047186" y="4474297"/>
            <a:ext cx="559676" cy="2038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254124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1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Program 2:</a:t>
            </a:r>
            <a:endParaRPr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566" name="Google Shape;1566;p41"/>
          <p:cNvSpPr txBox="1">
            <a:spLocks noGrp="1"/>
          </p:cNvSpPr>
          <p:nvPr>
            <p:ph type="subTitle" idx="1"/>
          </p:nvPr>
        </p:nvSpPr>
        <p:spPr>
          <a:xfrm>
            <a:off x="971551" y="2564421"/>
            <a:ext cx="6543674" cy="7598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itchFamily="18" charset="0"/>
                <a:cs typeface="Times New Roman" pitchFamily="18" charset="0"/>
              </a:rPr>
              <a:t>Write a program in C++ to rotate a Triangle.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84" name="Google Shape;1584;p41"/>
          <p:cNvGrpSpPr/>
          <p:nvPr/>
        </p:nvGrpSpPr>
        <p:grpSpPr>
          <a:xfrm rot="-2113278">
            <a:off x="8169449" y="3074501"/>
            <a:ext cx="573880" cy="945523"/>
            <a:chOff x="1279175" y="2762450"/>
            <a:chExt cx="644426" cy="1061755"/>
          </a:xfrm>
        </p:grpSpPr>
        <p:sp>
          <p:nvSpPr>
            <p:cNvPr id="1585" name="Google Shape;1585;p41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06023753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33425" y="1434305"/>
            <a:ext cx="736282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math.h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conio.h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void main() {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=0,gm,x1,y1,x2,y2,x3,y3;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double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s,c,angle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initgraph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gm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,"C:\\TC\\BGI");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setcolor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(YELLOW);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("Enter co ordinates of triangle:");</a:t>
            </a:r>
          </a:p>
        </p:txBody>
      </p:sp>
    </p:spTree>
    <p:extLst>
      <p:ext uri="{BB962C8B-B14F-4D97-AF65-F5344CB8AC3E}">
        <p14:creationId xmlns:p14="http://schemas.microsoft.com/office/powerpoint/2010/main" val="367497455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33425" y="1434305"/>
            <a:ext cx="736282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("%d%d%d%d%d%d",&amp;x1,&amp;y1,&amp;x2,&amp;y2,&amp;x3,&amp;y3);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cleardevice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line(x1,y1,x2,y2);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line(x2,y2,x3,y3);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line(x3,y3,x1,y1);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printf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("Enter rotation angle:");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scanf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("%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lf",&amp;angle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setcolor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(WHITE);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c=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(angle*M_PI/180);</a:t>
            </a:r>
          </a:p>
        </p:txBody>
      </p:sp>
    </p:spTree>
    <p:extLst>
      <p:ext uri="{BB962C8B-B14F-4D97-AF65-F5344CB8AC3E}">
        <p14:creationId xmlns:p14="http://schemas.microsoft.com/office/powerpoint/2010/main" val="2013036016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</a:b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43153" y="1298117"/>
            <a:ext cx="736282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s=sin(angle*M_PI/180);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x1=floor(x1*c+y1*s);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y1=floor(-x1*s+y1*c);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x2=floor(x2*c+y2*s);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y2=floor(-x2*s+y2*c);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x3=floor(x3*c+y3*s);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y3=floor(-x3*s+y3*c);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cleardevice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line(x1,y1,x2,y2);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line(x2,y2,x3,y3);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line(x3,y3,x1,y1);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b="1" dirty="0" err="1">
                <a:latin typeface="Times New Roman" pitchFamily="18" charset="0"/>
                <a:cs typeface="Times New Roman" pitchFamily="18" charset="0"/>
              </a:rPr>
              <a:t>closegraph</a:t>
            </a:r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}</a:t>
            </a:r>
          </a:p>
        </p:txBody>
      </p:sp>
      <p:sp>
        <p:nvSpPr>
          <p:cNvPr id="10" name="Google Shape;2434;p60"/>
          <p:cNvSpPr txBox="1">
            <a:spLocks/>
          </p:cNvSpPr>
          <p:nvPr/>
        </p:nvSpPr>
        <p:spPr>
          <a:xfrm>
            <a:off x="573795" y="377522"/>
            <a:ext cx="7699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Nanum Gothic Coding"/>
              <a:buNone/>
              <a:tabLst/>
              <a:defRPr/>
            </a:pPr>
            <a:r>
              <a:rPr kumimoji="0" lang="en-IN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4194101677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" name="Google Shape;2077;p52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Output</a:t>
            </a:r>
            <a:endParaRPr sz="4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35" t="20058" r="31072" b="18104"/>
          <a:stretch/>
        </p:blipFill>
        <p:spPr bwMode="auto">
          <a:xfrm>
            <a:off x="514349" y="1438274"/>
            <a:ext cx="3838575" cy="319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294542" y="4004102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Nanum Gothic Coding"/>
                <a:cs typeface="Times New Roman" pitchFamily="18" charset="0"/>
                <a:sym typeface="Nanum Gothic Coding"/>
              </a:rPr>
              <a:t>Before Rotation</a:t>
            </a:r>
            <a:endParaRPr lang="en-IN" sz="2400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38" r="18124" b="31250"/>
          <a:stretch/>
        </p:blipFill>
        <p:spPr bwMode="auto">
          <a:xfrm>
            <a:off x="4762500" y="1438274"/>
            <a:ext cx="3867150" cy="3143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ctangle 13"/>
          <p:cNvSpPr/>
          <p:nvPr/>
        </p:nvSpPr>
        <p:spPr>
          <a:xfrm>
            <a:off x="5676042" y="4004101"/>
            <a:ext cx="2108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Nanum Gothic Coding"/>
                <a:cs typeface="Times New Roman" pitchFamily="18" charset="0"/>
                <a:sym typeface="Nanum Gothic Coding"/>
              </a:rPr>
              <a:t>After Rotation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322311155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1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Program 3:</a:t>
            </a:r>
            <a:endParaRPr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566" name="Google Shape;1566;p41"/>
          <p:cNvSpPr txBox="1">
            <a:spLocks noGrp="1"/>
          </p:cNvSpPr>
          <p:nvPr>
            <p:ph type="subTitle" idx="1"/>
          </p:nvPr>
        </p:nvSpPr>
        <p:spPr>
          <a:xfrm>
            <a:off x="971551" y="2564421"/>
            <a:ext cx="6543674" cy="7598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itchFamily="18" charset="0"/>
                <a:cs typeface="Times New Roman" pitchFamily="18" charset="0"/>
              </a:rPr>
              <a:t>Write a program in C++ to translate a point.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84" name="Google Shape;1584;p41"/>
          <p:cNvGrpSpPr/>
          <p:nvPr/>
        </p:nvGrpSpPr>
        <p:grpSpPr>
          <a:xfrm rot="-2113278">
            <a:off x="8169449" y="3074501"/>
            <a:ext cx="573880" cy="945523"/>
            <a:chOff x="1279175" y="2762450"/>
            <a:chExt cx="644426" cy="1061755"/>
          </a:xfrm>
        </p:grpSpPr>
        <p:sp>
          <p:nvSpPr>
            <p:cNvPr id="1585" name="Google Shape;1585;p41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33425" y="1434305"/>
            <a:ext cx="7362825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iostream.h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dos.h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conio.h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void main()</a:t>
            </a:r>
          </a:p>
          <a:p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DETECT,gm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initgraph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gm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,"C:\\TC\\BGI");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x,y,tx,ty,x1,y1;</a:t>
            </a:r>
          </a:p>
          <a:p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&lt;&lt;"Enter original co-ordinates(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):\n";</a:t>
            </a:r>
          </a:p>
        </p:txBody>
      </p:sp>
    </p:spTree>
    <p:extLst>
      <p:ext uri="{BB962C8B-B14F-4D97-AF65-F5344CB8AC3E}">
        <p14:creationId xmlns:p14="http://schemas.microsoft.com/office/powerpoint/2010/main" val="3136593544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0"/>
          <p:cNvSpPr txBox="1">
            <a:spLocks noGrp="1"/>
          </p:cNvSpPr>
          <p:nvPr>
            <p:ph type="body" idx="1"/>
          </p:nvPr>
        </p:nvSpPr>
        <p:spPr>
          <a:xfrm>
            <a:off x="713225" y="1467900"/>
            <a:ext cx="7717500" cy="30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&gt;&gt;x&gt;&gt;y;</a:t>
            </a:r>
          </a:p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putpixel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x,y,YELLOW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&lt;&lt;"Enter translation vectors(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tx,ty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):";</a:t>
            </a:r>
          </a:p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cin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&gt;&gt;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tx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&gt;&gt;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ty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152400" indent="0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x1=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x+tx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152400" indent="0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y1=</a:t>
            </a: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y+ty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putpixel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(x1,y1,RED);</a:t>
            </a:r>
          </a:p>
          <a:p>
            <a:pPr marL="152400" indent="0">
              <a:buNone/>
            </a:pP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152400" indent="0">
              <a:buNone/>
            </a:pP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lvl="0" indent="0">
              <a:buNone/>
            </a:pPr>
            <a:endParaRPr sz="2800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57" name="Google Shape;1557;p40"/>
          <p:cNvSpPr txBox="1">
            <a:spLocks noGrp="1"/>
          </p:cNvSpPr>
          <p:nvPr>
            <p:ph type="title"/>
          </p:nvPr>
        </p:nvSpPr>
        <p:spPr>
          <a:xfrm>
            <a:off x="561975" y="381192"/>
            <a:ext cx="79838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grpSp>
        <p:nvGrpSpPr>
          <p:cNvPr id="1558" name="Google Shape;1558;p40"/>
          <p:cNvGrpSpPr/>
          <p:nvPr/>
        </p:nvGrpSpPr>
        <p:grpSpPr>
          <a:xfrm rot="-7406951">
            <a:off x="8424414" y="-91553"/>
            <a:ext cx="573930" cy="945606"/>
            <a:chOff x="1279175" y="2762450"/>
            <a:chExt cx="644426" cy="1061755"/>
          </a:xfrm>
        </p:grpSpPr>
        <p:sp>
          <p:nvSpPr>
            <p:cNvPr id="1559" name="Google Shape;1559;p4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79651465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p48"/>
          <p:cNvGrpSpPr/>
          <p:nvPr/>
        </p:nvGrpSpPr>
        <p:grpSpPr>
          <a:xfrm>
            <a:off x="5743681" y="2072061"/>
            <a:ext cx="2479925" cy="1990277"/>
            <a:chOff x="334625" y="3431187"/>
            <a:chExt cx="1844359" cy="1480200"/>
          </a:xfrm>
        </p:grpSpPr>
        <p:sp>
          <p:nvSpPr>
            <p:cNvPr id="1855" name="Google Shape;1855;p48"/>
            <p:cNvSpPr/>
            <p:nvPr/>
          </p:nvSpPr>
          <p:spPr>
            <a:xfrm>
              <a:off x="334625" y="3431187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48"/>
            <p:cNvSpPr/>
            <p:nvPr/>
          </p:nvSpPr>
          <p:spPr>
            <a:xfrm>
              <a:off x="353784" y="3450345"/>
              <a:ext cx="1587826" cy="1222214"/>
            </a:xfrm>
            <a:custGeom>
              <a:avLst/>
              <a:gdLst/>
              <a:ahLst/>
              <a:cxnLst/>
              <a:rect l="l" t="t" r="r" b="b"/>
              <a:pathLst>
                <a:path w="32737" h="25199" extrusionOk="0">
                  <a:moveTo>
                    <a:pt x="1" y="1"/>
                  </a:moveTo>
                  <a:lnTo>
                    <a:pt x="1" y="25199"/>
                  </a:lnTo>
                  <a:lnTo>
                    <a:pt x="32737" y="25199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48"/>
            <p:cNvSpPr/>
            <p:nvPr/>
          </p:nvSpPr>
          <p:spPr>
            <a:xfrm>
              <a:off x="353784" y="3450345"/>
              <a:ext cx="1587826" cy="128338"/>
            </a:xfrm>
            <a:custGeom>
              <a:avLst/>
              <a:gdLst/>
              <a:ahLst/>
              <a:cxnLst/>
              <a:rect l="l" t="t" r="r" b="b"/>
              <a:pathLst>
                <a:path w="32737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2737" y="2645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48"/>
            <p:cNvSpPr/>
            <p:nvPr/>
          </p:nvSpPr>
          <p:spPr>
            <a:xfrm>
              <a:off x="1829539" y="3468049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48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1398"/>
                  </a:moveTo>
                  <a:lnTo>
                    <a:pt x="139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48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0"/>
                  </a:moveTo>
                  <a:lnTo>
                    <a:pt x="139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48"/>
            <p:cNvSpPr/>
            <p:nvPr/>
          </p:nvSpPr>
          <p:spPr>
            <a:xfrm>
              <a:off x="1705711" y="3468049"/>
              <a:ext cx="94386" cy="94386"/>
            </a:xfrm>
            <a:custGeom>
              <a:avLst/>
              <a:gdLst/>
              <a:ahLst/>
              <a:cxnLst/>
              <a:rect l="l" t="t" r="r" b="b"/>
              <a:pathLst>
                <a:path w="194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48"/>
            <p:cNvSpPr/>
            <p:nvPr/>
          </p:nvSpPr>
          <p:spPr>
            <a:xfrm>
              <a:off x="1724869" y="3487207"/>
              <a:ext cx="56069" cy="56069"/>
            </a:xfrm>
            <a:custGeom>
              <a:avLst/>
              <a:gdLst/>
              <a:ahLst/>
              <a:cxnLst/>
              <a:rect l="l" t="t" r="r" b="b"/>
              <a:pathLst>
                <a:path w="1156" h="1156" fill="none" extrusionOk="0">
                  <a:moveTo>
                    <a:pt x="1" y="1"/>
                  </a:moveTo>
                  <a:lnTo>
                    <a:pt x="1156" y="1"/>
                  </a:lnTo>
                  <a:lnTo>
                    <a:pt x="1156" y="1156"/>
                  </a:lnTo>
                  <a:lnTo>
                    <a:pt x="1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48"/>
            <p:cNvSpPr/>
            <p:nvPr/>
          </p:nvSpPr>
          <p:spPr>
            <a:xfrm>
              <a:off x="1580379" y="3468049"/>
              <a:ext cx="94434" cy="94386"/>
            </a:xfrm>
            <a:custGeom>
              <a:avLst/>
              <a:gdLst/>
              <a:ahLst/>
              <a:cxnLst/>
              <a:rect l="l" t="t" r="r" b="b"/>
              <a:pathLst>
                <a:path w="1947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48"/>
            <p:cNvSpPr/>
            <p:nvPr/>
          </p:nvSpPr>
          <p:spPr>
            <a:xfrm>
              <a:off x="1595124" y="3544732"/>
              <a:ext cx="64945" cy="49"/>
            </a:xfrm>
            <a:custGeom>
              <a:avLst/>
              <a:gdLst/>
              <a:ahLst/>
              <a:cxnLst/>
              <a:rect l="l" t="t" r="r" b="b"/>
              <a:pathLst>
                <a:path w="1339" h="1" fill="none" extrusionOk="0">
                  <a:moveTo>
                    <a:pt x="1" y="0"/>
                  </a:moveTo>
                  <a:lnTo>
                    <a:pt x="1338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48"/>
            <p:cNvSpPr/>
            <p:nvPr/>
          </p:nvSpPr>
          <p:spPr>
            <a:xfrm>
              <a:off x="719400" y="4293614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6"/>
                  </a:lnTo>
                  <a:lnTo>
                    <a:pt x="1" y="4986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48"/>
            <p:cNvSpPr/>
            <p:nvPr/>
          </p:nvSpPr>
          <p:spPr>
            <a:xfrm>
              <a:off x="738559" y="431131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1" y="1"/>
                  </a:moveTo>
                  <a:lnTo>
                    <a:pt x="16901" y="4287"/>
                  </a:lnTo>
                  <a:lnTo>
                    <a:pt x="1" y="428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48"/>
            <p:cNvSpPr/>
            <p:nvPr/>
          </p:nvSpPr>
          <p:spPr>
            <a:xfrm>
              <a:off x="630979" y="3709835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3" y="2432"/>
                  </a:lnTo>
                  <a:lnTo>
                    <a:pt x="1733" y="517"/>
                  </a:lnTo>
                  <a:close/>
                  <a:moveTo>
                    <a:pt x="1429" y="0"/>
                  </a:moveTo>
                  <a:lnTo>
                    <a:pt x="0" y="3830"/>
                  </a:lnTo>
                  <a:lnTo>
                    <a:pt x="517" y="3830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8" y="3830"/>
                  </a:lnTo>
                  <a:lnTo>
                    <a:pt x="3465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48"/>
            <p:cNvSpPr/>
            <p:nvPr/>
          </p:nvSpPr>
          <p:spPr>
            <a:xfrm>
              <a:off x="827028" y="3709835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7" y="1794"/>
                  </a:lnTo>
                  <a:lnTo>
                    <a:pt x="517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7" y="3830"/>
                  </a:lnTo>
                  <a:lnTo>
                    <a:pt x="517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2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97"/>
                  </a:lnTo>
                  <a:cubicBezTo>
                    <a:pt x="2341" y="2584"/>
                    <a:pt x="2220" y="2402"/>
                    <a:pt x="2128" y="2280"/>
                  </a:cubicBezTo>
                  <a:cubicBezTo>
                    <a:pt x="2007" y="2158"/>
                    <a:pt x="1916" y="2067"/>
                    <a:pt x="1794" y="2037"/>
                  </a:cubicBezTo>
                  <a:cubicBezTo>
                    <a:pt x="2007" y="1976"/>
                    <a:pt x="2159" y="1854"/>
                    <a:pt x="2280" y="1702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6"/>
                    <a:pt x="2128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48"/>
            <p:cNvSpPr/>
            <p:nvPr/>
          </p:nvSpPr>
          <p:spPr>
            <a:xfrm>
              <a:off x="1002464" y="3709835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405"/>
                  </a:lnTo>
                  <a:lnTo>
                    <a:pt x="517" y="3405"/>
                  </a:lnTo>
                  <a:lnTo>
                    <a:pt x="517" y="2006"/>
                  </a:lnTo>
                  <a:lnTo>
                    <a:pt x="2341" y="2006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48"/>
            <p:cNvSpPr/>
            <p:nvPr/>
          </p:nvSpPr>
          <p:spPr>
            <a:xfrm>
              <a:off x="1217721" y="3709835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8" y="2006"/>
                  </a:lnTo>
                  <a:lnTo>
                    <a:pt x="1368" y="3830"/>
                  </a:lnTo>
                  <a:lnTo>
                    <a:pt x="1885" y="3830"/>
                  </a:lnTo>
                  <a:lnTo>
                    <a:pt x="1885" y="2006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48"/>
            <p:cNvSpPr/>
            <p:nvPr/>
          </p:nvSpPr>
          <p:spPr>
            <a:xfrm>
              <a:off x="1373998" y="3706876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63" y="426"/>
                  </a:moveTo>
                  <a:cubicBezTo>
                    <a:pt x="2128" y="426"/>
                    <a:pt x="2432" y="578"/>
                    <a:pt x="2645" y="852"/>
                  </a:cubicBezTo>
                  <a:cubicBezTo>
                    <a:pt x="2888" y="1125"/>
                    <a:pt x="2979" y="1490"/>
                    <a:pt x="2979" y="1976"/>
                  </a:cubicBezTo>
                  <a:cubicBezTo>
                    <a:pt x="2979" y="2463"/>
                    <a:pt x="2888" y="2858"/>
                    <a:pt x="2645" y="3131"/>
                  </a:cubicBezTo>
                  <a:cubicBezTo>
                    <a:pt x="2432" y="3405"/>
                    <a:pt x="2128" y="3526"/>
                    <a:pt x="1763" y="3526"/>
                  </a:cubicBezTo>
                  <a:cubicBezTo>
                    <a:pt x="1399" y="3526"/>
                    <a:pt x="1095" y="3405"/>
                    <a:pt x="882" y="3131"/>
                  </a:cubicBezTo>
                  <a:cubicBezTo>
                    <a:pt x="639" y="2858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78"/>
                    <a:pt x="1399" y="426"/>
                    <a:pt x="1763" y="426"/>
                  </a:cubicBezTo>
                  <a:close/>
                  <a:moveTo>
                    <a:pt x="1763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2" y="912"/>
                    <a:pt x="0" y="1368"/>
                    <a:pt x="0" y="1976"/>
                  </a:cubicBezTo>
                  <a:cubicBezTo>
                    <a:pt x="0" y="2584"/>
                    <a:pt x="152" y="3070"/>
                    <a:pt x="487" y="3435"/>
                  </a:cubicBezTo>
                  <a:cubicBezTo>
                    <a:pt x="791" y="3770"/>
                    <a:pt x="1216" y="3952"/>
                    <a:pt x="1763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4" y="3070"/>
                    <a:pt x="3526" y="2584"/>
                    <a:pt x="3526" y="1976"/>
                  </a:cubicBezTo>
                  <a:cubicBezTo>
                    <a:pt x="3526" y="1368"/>
                    <a:pt x="3374" y="912"/>
                    <a:pt x="3040" y="548"/>
                  </a:cubicBezTo>
                  <a:cubicBezTo>
                    <a:pt x="2736" y="183"/>
                    <a:pt x="2311" y="1"/>
                    <a:pt x="1763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48"/>
            <p:cNvSpPr/>
            <p:nvPr/>
          </p:nvSpPr>
          <p:spPr>
            <a:xfrm>
              <a:off x="1581882" y="3709835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69"/>
                    <a:pt x="973" y="3891"/>
                    <a:pt x="1459" y="3891"/>
                  </a:cubicBezTo>
                  <a:cubicBezTo>
                    <a:pt x="1915" y="3891"/>
                    <a:pt x="2280" y="3769"/>
                    <a:pt x="2523" y="3526"/>
                  </a:cubicBezTo>
                  <a:cubicBezTo>
                    <a:pt x="2797" y="3253"/>
                    <a:pt x="2918" y="2888"/>
                    <a:pt x="2918" y="2402"/>
                  </a:cubicBezTo>
                  <a:lnTo>
                    <a:pt x="2918" y="0"/>
                  </a:lnTo>
                  <a:lnTo>
                    <a:pt x="2402" y="0"/>
                  </a:lnTo>
                  <a:lnTo>
                    <a:pt x="2402" y="2341"/>
                  </a:lnTo>
                  <a:cubicBezTo>
                    <a:pt x="2402" y="2736"/>
                    <a:pt x="2310" y="3040"/>
                    <a:pt x="2158" y="3222"/>
                  </a:cubicBezTo>
                  <a:cubicBezTo>
                    <a:pt x="2006" y="3405"/>
                    <a:pt x="1794" y="3465"/>
                    <a:pt x="1459" y="3465"/>
                  </a:cubicBezTo>
                  <a:cubicBezTo>
                    <a:pt x="1125" y="3465"/>
                    <a:pt x="882" y="3405"/>
                    <a:pt x="730" y="3222"/>
                  </a:cubicBezTo>
                  <a:cubicBezTo>
                    <a:pt x="578" y="3040"/>
                    <a:pt x="517" y="2736"/>
                    <a:pt x="517" y="234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48"/>
            <p:cNvSpPr/>
            <p:nvPr/>
          </p:nvSpPr>
          <p:spPr>
            <a:xfrm>
              <a:off x="719400" y="3945704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429" y="426"/>
                    <a:pt x="1612" y="487"/>
                    <a:pt x="1733" y="609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33" y="1612"/>
                  </a:cubicBezTo>
                  <a:cubicBezTo>
                    <a:pt x="1612" y="1733"/>
                    <a:pt x="142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80" y="3830"/>
                  </a:lnTo>
                  <a:lnTo>
                    <a:pt x="2432" y="2797"/>
                  </a:lnTo>
                  <a:cubicBezTo>
                    <a:pt x="2341" y="2584"/>
                    <a:pt x="2250" y="2402"/>
                    <a:pt x="2128" y="2280"/>
                  </a:cubicBezTo>
                  <a:cubicBezTo>
                    <a:pt x="2037" y="2159"/>
                    <a:pt x="1916" y="2068"/>
                    <a:pt x="1825" y="2037"/>
                  </a:cubicBezTo>
                  <a:cubicBezTo>
                    <a:pt x="2037" y="1976"/>
                    <a:pt x="2189" y="1855"/>
                    <a:pt x="2280" y="1703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7"/>
                    <a:pt x="2128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48"/>
            <p:cNvSpPr/>
            <p:nvPr/>
          </p:nvSpPr>
          <p:spPr>
            <a:xfrm>
              <a:off x="896339" y="3945704"/>
              <a:ext cx="117958" cy="185813"/>
            </a:xfrm>
            <a:custGeom>
              <a:avLst/>
              <a:gdLst/>
              <a:ahLst/>
              <a:cxnLst/>
              <a:rect l="l" t="t" r="r" b="b"/>
              <a:pathLst>
                <a:path w="2432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2432" y="3830"/>
                  </a:lnTo>
                  <a:lnTo>
                    <a:pt x="2432" y="3405"/>
                  </a:lnTo>
                  <a:lnTo>
                    <a:pt x="517" y="3405"/>
                  </a:lnTo>
                  <a:lnTo>
                    <a:pt x="517" y="2007"/>
                  </a:lnTo>
                  <a:lnTo>
                    <a:pt x="2310" y="2007"/>
                  </a:lnTo>
                  <a:lnTo>
                    <a:pt x="2310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02" y="457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48"/>
            <p:cNvSpPr/>
            <p:nvPr/>
          </p:nvSpPr>
          <p:spPr>
            <a:xfrm>
              <a:off x="1033458" y="3945704"/>
              <a:ext cx="169565" cy="185813"/>
            </a:xfrm>
            <a:custGeom>
              <a:avLst/>
              <a:gdLst/>
              <a:ahLst/>
              <a:cxnLst/>
              <a:rect l="l" t="t" r="r" b="b"/>
              <a:pathLst>
                <a:path w="349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4" y="2432"/>
                  </a:lnTo>
                  <a:lnTo>
                    <a:pt x="1733" y="517"/>
                  </a:lnTo>
                  <a:close/>
                  <a:moveTo>
                    <a:pt x="1459" y="1"/>
                  </a:moveTo>
                  <a:lnTo>
                    <a:pt x="0" y="3830"/>
                  </a:lnTo>
                  <a:lnTo>
                    <a:pt x="547" y="3830"/>
                  </a:lnTo>
                  <a:lnTo>
                    <a:pt x="882" y="2858"/>
                  </a:lnTo>
                  <a:lnTo>
                    <a:pt x="2614" y="2858"/>
                  </a:lnTo>
                  <a:lnTo>
                    <a:pt x="2948" y="3830"/>
                  </a:lnTo>
                  <a:lnTo>
                    <a:pt x="3496" y="3830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48"/>
            <p:cNvSpPr/>
            <p:nvPr/>
          </p:nvSpPr>
          <p:spPr>
            <a:xfrm>
              <a:off x="1229507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5" y="426"/>
                  </a:moveTo>
                  <a:cubicBezTo>
                    <a:pt x="1672" y="426"/>
                    <a:pt x="2037" y="548"/>
                    <a:pt x="2280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0" y="3040"/>
                  </a:cubicBezTo>
                  <a:cubicBezTo>
                    <a:pt x="2037" y="3283"/>
                    <a:pt x="1672" y="3405"/>
                    <a:pt x="1125" y="3405"/>
                  </a:cubicBezTo>
                  <a:lnTo>
                    <a:pt x="517" y="3405"/>
                  </a:lnTo>
                  <a:lnTo>
                    <a:pt x="517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1065" y="3830"/>
                  </a:lnTo>
                  <a:cubicBezTo>
                    <a:pt x="1794" y="3830"/>
                    <a:pt x="2341" y="3678"/>
                    <a:pt x="2676" y="3375"/>
                  </a:cubicBezTo>
                  <a:cubicBezTo>
                    <a:pt x="3040" y="3040"/>
                    <a:pt x="3192" y="2584"/>
                    <a:pt x="3192" y="1916"/>
                  </a:cubicBezTo>
                  <a:cubicBezTo>
                    <a:pt x="3192" y="1277"/>
                    <a:pt x="3040" y="791"/>
                    <a:pt x="2676" y="487"/>
                  </a:cubicBezTo>
                  <a:cubicBezTo>
                    <a:pt x="2341" y="18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48"/>
            <p:cNvSpPr/>
            <p:nvPr/>
          </p:nvSpPr>
          <p:spPr>
            <a:xfrm>
              <a:off x="1385784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0"/>
                  </a:lnTo>
                  <a:lnTo>
                    <a:pt x="1855" y="3830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48"/>
            <p:cNvSpPr/>
            <p:nvPr/>
          </p:nvSpPr>
          <p:spPr>
            <a:xfrm>
              <a:off x="1558261" y="3942745"/>
              <a:ext cx="98848" cy="188772"/>
            </a:xfrm>
            <a:custGeom>
              <a:avLst/>
              <a:gdLst/>
              <a:ahLst/>
              <a:cxnLst/>
              <a:rect l="l" t="t" r="r" b="b"/>
              <a:pathLst>
                <a:path w="2038" h="3892" extrusionOk="0">
                  <a:moveTo>
                    <a:pt x="1004" y="1"/>
                  </a:moveTo>
                  <a:cubicBezTo>
                    <a:pt x="822" y="1"/>
                    <a:pt x="670" y="31"/>
                    <a:pt x="487" y="92"/>
                  </a:cubicBezTo>
                  <a:cubicBezTo>
                    <a:pt x="335" y="122"/>
                    <a:pt x="183" y="183"/>
                    <a:pt x="1" y="305"/>
                  </a:cubicBezTo>
                  <a:lnTo>
                    <a:pt x="1" y="761"/>
                  </a:lnTo>
                  <a:cubicBezTo>
                    <a:pt x="183" y="670"/>
                    <a:pt x="335" y="578"/>
                    <a:pt x="487" y="518"/>
                  </a:cubicBezTo>
                  <a:cubicBezTo>
                    <a:pt x="639" y="457"/>
                    <a:pt x="791" y="426"/>
                    <a:pt x="913" y="426"/>
                  </a:cubicBezTo>
                  <a:cubicBezTo>
                    <a:pt x="1095" y="426"/>
                    <a:pt x="1247" y="457"/>
                    <a:pt x="1369" y="578"/>
                  </a:cubicBezTo>
                  <a:cubicBezTo>
                    <a:pt x="1460" y="670"/>
                    <a:pt x="1521" y="791"/>
                    <a:pt x="1521" y="943"/>
                  </a:cubicBezTo>
                  <a:cubicBezTo>
                    <a:pt x="1521" y="1004"/>
                    <a:pt x="1521" y="1095"/>
                    <a:pt x="1460" y="1186"/>
                  </a:cubicBezTo>
                  <a:cubicBezTo>
                    <a:pt x="1430" y="1247"/>
                    <a:pt x="1338" y="1338"/>
                    <a:pt x="1247" y="1429"/>
                  </a:cubicBezTo>
                  <a:lnTo>
                    <a:pt x="1034" y="1673"/>
                  </a:lnTo>
                  <a:cubicBezTo>
                    <a:pt x="882" y="1794"/>
                    <a:pt x="761" y="1946"/>
                    <a:pt x="730" y="2037"/>
                  </a:cubicBezTo>
                  <a:cubicBezTo>
                    <a:pt x="670" y="2159"/>
                    <a:pt x="639" y="2311"/>
                    <a:pt x="639" y="2463"/>
                  </a:cubicBezTo>
                  <a:lnTo>
                    <a:pt x="639" y="2858"/>
                  </a:lnTo>
                  <a:lnTo>
                    <a:pt x="1126" y="2858"/>
                  </a:lnTo>
                  <a:lnTo>
                    <a:pt x="1126" y="2554"/>
                  </a:lnTo>
                  <a:cubicBezTo>
                    <a:pt x="1126" y="2463"/>
                    <a:pt x="1156" y="2402"/>
                    <a:pt x="1156" y="2341"/>
                  </a:cubicBezTo>
                  <a:cubicBezTo>
                    <a:pt x="1156" y="2280"/>
                    <a:pt x="1156" y="2250"/>
                    <a:pt x="1156" y="2220"/>
                  </a:cubicBezTo>
                  <a:cubicBezTo>
                    <a:pt x="1186" y="2159"/>
                    <a:pt x="1217" y="2129"/>
                    <a:pt x="1247" y="2068"/>
                  </a:cubicBezTo>
                  <a:cubicBezTo>
                    <a:pt x="1278" y="2037"/>
                    <a:pt x="1338" y="1977"/>
                    <a:pt x="1399" y="1885"/>
                  </a:cubicBezTo>
                  <a:lnTo>
                    <a:pt x="1642" y="1673"/>
                  </a:lnTo>
                  <a:cubicBezTo>
                    <a:pt x="1794" y="1521"/>
                    <a:pt x="1885" y="1399"/>
                    <a:pt x="1946" y="1277"/>
                  </a:cubicBezTo>
                  <a:cubicBezTo>
                    <a:pt x="2007" y="1156"/>
                    <a:pt x="2037" y="1034"/>
                    <a:pt x="2037" y="913"/>
                  </a:cubicBezTo>
                  <a:cubicBezTo>
                    <a:pt x="2037" y="639"/>
                    <a:pt x="1946" y="426"/>
                    <a:pt x="1764" y="244"/>
                  </a:cubicBezTo>
                  <a:cubicBezTo>
                    <a:pt x="1582" y="92"/>
                    <a:pt x="1308" y="1"/>
                    <a:pt x="1004" y="1"/>
                  </a:cubicBezTo>
                  <a:close/>
                  <a:moveTo>
                    <a:pt x="639" y="3223"/>
                  </a:moveTo>
                  <a:lnTo>
                    <a:pt x="639" y="3891"/>
                  </a:lnTo>
                  <a:lnTo>
                    <a:pt x="1156" y="3891"/>
                  </a:lnTo>
                  <a:lnTo>
                    <a:pt x="1156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48"/>
            <p:cNvSpPr/>
            <p:nvPr/>
          </p:nvSpPr>
          <p:spPr>
            <a:xfrm>
              <a:off x="1054071" y="4329021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520" y="274"/>
                    <a:pt x="1703" y="365"/>
                    <a:pt x="1855" y="578"/>
                  </a:cubicBezTo>
                  <a:cubicBezTo>
                    <a:pt x="2007" y="760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520" y="2463"/>
                    <a:pt x="1247" y="2463"/>
                  </a:cubicBezTo>
                  <a:cubicBezTo>
                    <a:pt x="973" y="2463"/>
                    <a:pt x="79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0"/>
                    <a:pt x="609" y="578"/>
                  </a:cubicBezTo>
                  <a:cubicBezTo>
                    <a:pt x="791" y="365"/>
                    <a:pt x="973" y="274"/>
                    <a:pt x="1247" y="274"/>
                  </a:cubicBezTo>
                  <a:close/>
                  <a:moveTo>
                    <a:pt x="1247" y="0"/>
                  </a:moveTo>
                  <a:cubicBezTo>
                    <a:pt x="882" y="0"/>
                    <a:pt x="578" y="122"/>
                    <a:pt x="335" y="365"/>
                  </a:cubicBezTo>
                  <a:cubicBezTo>
                    <a:pt x="122" y="608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4"/>
                    <a:pt x="882" y="2736"/>
                    <a:pt x="1247" y="2736"/>
                  </a:cubicBezTo>
                  <a:cubicBezTo>
                    <a:pt x="1612" y="2736"/>
                    <a:pt x="1916" y="2614"/>
                    <a:pt x="2128" y="2371"/>
                  </a:cubicBezTo>
                  <a:cubicBezTo>
                    <a:pt x="2371" y="2128"/>
                    <a:pt x="2463" y="1794"/>
                    <a:pt x="2463" y="1368"/>
                  </a:cubicBezTo>
                  <a:cubicBezTo>
                    <a:pt x="2463" y="943"/>
                    <a:pt x="2371" y="608"/>
                    <a:pt x="2128" y="365"/>
                  </a:cubicBezTo>
                  <a:cubicBezTo>
                    <a:pt x="1916" y="122"/>
                    <a:pt x="1612" y="0"/>
                    <a:pt x="1247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48"/>
            <p:cNvSpPr/>
            <p:nvPr/>
          </p:nvSpPr>
          <p:spPr>
            <a:xfrm>
              <a:off x="1201521" y="4330476"/>
              <a:ext cx="101758" cy="129793"/>
            </a:xfrm>
            <a:custGeom>
              <a:avLst/>
              <a:gdLst/>
              <a:ahLst/>
              <a:cxnLst/>
              <a:rect l="l" t="t" r="r" b="b"/>
              <a:pathLst>
                <a:path w="2098" h="2676" extrusionOk="0">
                  <a:moveTo>
                    <a:pt x="0" y="1"/>
                  </a:moveTo>
                  <a:lnTo>
                    <a:pt x="0" y="2676"/>
                  </a:lnTo>
                  <a:lnTo>
                    <a:pt x="365" y="2676"/>
                  </a:lnTo>
                  <a:lnTo>
                    <a:pt x="365" y="1399"/>
                  </a:lnTo>
                  <a:lnTo>
                    <a:pt x="1642" y="2676"/>
                  </a:lnTo>
                  <a:lnTo>
                    <a:pt x="2097" y="2676"/>
                  </a:lnTo>
                  <a:lnTo>
                    <a:pt x="699" y="1247"/>
                  </a:lnTo>
                  <a:lnTo>
                    <a:pt x="2006" y="1"/>
                  </a:lnTo>
                  <a:lnTo>
                    <a:pt x="1550" y="1"/>
                  </a:lnTo>
                  <a:lnTo>
                    <a:pt x="365" y="1126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48"/>
            <p:cNvSpPr/>
            <p:nvPr/>
          </p:nvSpPr>
          <p:spPr>
            <a:xfrm>
              <a:off x="408350" y="350491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0"/>
                  </a:moveTo>
                  <a:lnTo>
                    <a:pt x="0" y="25989"/>
                  </a:lnTo>
                  <a:lnTo>
                    <a:pt x="33496" y="25989"/>
                  </a:lnTo>
                  <a:lnTo>
                    <a:pt x="334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48"/>
            <p:cNvSpPr/>
            <p:nvPr/>
          </p:nvSpPr>
          <p:spPr>
            <a:xfrm>
              <a:off x="424550" y="3524069"/>
              <a:ext cx="1589330" cy="1222214"/>
            </a:xfrm>
            <a:custGeom>
              <a:avLst/>
              <a:gdLst/>
              <a:ahLst/>
              <a:cxnLst/>
              <a:rect l="l" t="t" r="r" b="b"/>
              <a:pathLst>
                <a:path w="32768" h="25199" extrusionOk="0">
                  <a:moveTo>
                    <a:pt x="1" y="0"/>
                  </a:moveTo>
                  <a:lnTo>
                    <a:pt x="1" y="25198"/>
                  </a:lnTo>
                  <a:lnTo>
                    <a:pt x="32767" y="25198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48"/>
            <p:cNvSpPr/>
            <p:nvPr/>
          </p:nvSpPr>
          <p:spPr>
            <a:xfrm>
              <a:off x="427508" y="3524069"/>
              <a:ext cx="1587826" cy="128289"/>
            </a:xfrm>
            <a:custGeom>
              <a:avLst/>
              <a:gdLst/>
              <a:ahLst/>
              <a:cxnLst/>
              <a:rect l="l" t="t" r="r" b="b"/>
              <a:pathLst>
                <a:path w="3273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37" y="2645"/>
                  </a:lnTo>
                  <a:lnTo>
                    <a:pt x="32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48"/>
            <p:cNvSpPr/>
            <p:nvPr/>
          </p:nvSpPr>
          <p:spPr>
            <a:xfrm>
              <a:off x="1903264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48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399"/>
                  </a:moveTo>
                  <a:lnTo>
                    <a:pt x="1429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48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"/>
                  </a:moveTo>
                  <a:lnTo>
                    <a:pt x="1429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48"/>
            <p:cNvSpPr/>
            <p:nvPr/>
          </p:nvSpPr>
          <p:spPr>
            <a:xfrm>
              <a:off x="1777932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48"/>
            <p:cNvSpPr/>
            <p:nvPr/>
          </p:nvSpPr>
          <p:spPr>
            <a:xfrm>
              <a:off x="1795635" y="3560932"/>
              <a:ext cx="57572" cy="56069"/>
            </a:xfrm>
            <a:custGeom>
              <a:avLst/>
              <a:gdLst/>
              <a:ahLst/>
              <a:cxnLst/>
              <a:rect l="l" t="t" r="r" b="b"/>
              <a:pathLst>
                <a:path w="1187" h="1156" fill="none" extrusionOk="0">
                  <a:moveTo>
                    <a:pt x="1" y="0"/>
                  </a:moveTo>
                  <a:lnTo>
                    <a:pt x="1186" y="0"/>
                  </a:lnTo>
                  <a:lnTo>
                    <a:pt x="1186" y="1155"/>
                  </a:lnTo>
                  <a:lnTo>
                    <a:pt x="1" y="115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48"/>
            <p:cNvSpPr/>
            <p:nvPr/>
          </p:nvSpPr>
          <p:spPr>
            <a:xfrm>
              <a:off x="1795635" y="3575676"/>
              <a:ext cx="57572" cy="49"/>
            </a:xfrm>
            <a:custGeom>
              <a:avLst/>
              <a:gdLst/>
              <a:ahLst/>
              <a:cxnLst/>
              <a:rect l="l" t="t" r="r" b="b"/>
              <a:pathLst>
                <a:path w="1187" h="1" fill="none" extrusionOk="0">
                  <a:moveTo>
                    <a:pt x="1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48"/>
            <p:cNvSpPr/>
            <p:nvPr/>
          </p:nvSpPr>
          <p:spPr>
            <a:xfrm>
              <a:off x="1652648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48"/>
            <p:cNvSpPr/>
            <p:nvPr/>
          </p:nvSpPr>
          <p:spPr>
            <a:xfrm>
              <a:off x="1668848" y="361840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48"/>
            <p:cNvSpPr/>
            <p:nvPr/>
          </p:nvSpPr>
          <p:spPr>
            <a:xfrm>
              <a:off x="793125" y="4365883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48"/>
            <p:cNvSpPr/>
            <p:nvPr/>
          </p:nvSpPr>
          <p:spPr>
            <a:xfrm>
              <a:off x="810828" y="4382083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0" y="1"/>
                  </a:moveTo>
                  <a:lnTo>
                    <a:pt x="16900" y="4317"/>
                  </a:lnTo>
                  <a:lnTo>
                    <a:pt x="0" y="431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4" name="Google Shape;1894;p48"/>
            <p:cNvSpPr/>
            <p:nvPr/>
          </p:nvSpPr>
          <p:spPr>
            <a:xfrm>
              <a:off x="703200" y="3783559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33" y="517"/>
                  </a:moveTo>
                  <a:lnTo>
                    <a:pt x="2432" y="2401"/>
                  </a:lnTo>
                  <a:lnTo>
                    <a:pt x="1034" y="2401"/>
                  </a:lnTo>
                  <a:lnTo>
                    <a:pt x="173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5" name="Google Shape;1895;p48"/>
            <p:cNvSpPr/>
            <p:nvPr/>
          </p:nvSpPr>
          <p:spPr>
            <a:xfrm>
              <a:off x="899298" y="3783559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55" y="426"/>
                  </a:moveTo>
                  <a:cubicBezTo>
                    <a:pt x="1429" y="426"/>
                    <a:pt x="1611" y="486"/>
                    <a:pt x="1733" y="578"/>
                  </a:cubicBezTo>
                  <a:cubicBezTo>
                    <a:pt x="1854" y="699"/>
                    <a:pt x="1915" y="882"/>
                    <a:pt x="1915" y="1094"/>
                  </a:cubicBezTo>
                  <a:cubicBezTo>
                    <a:pt x="1915" y="1307"/>
                    <a:pt x="1854" y="1489"/>
                    <a:pt x="1733" y="1611"/>
                  </a:cubicBezTo>
                  <a:cubicBezTo>
                    <a:pt x="1611" y="1702"/>
                    <a:pt x="1429" y="1763"/>
                    <a:pt x="1155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277" y="2189"/>
                    <a:pt x="1459" y="2249"/>
                    <a:pt x="1550" y="2310"/>
                  </a:cubicBezTo>
                  <a:cubicBezTo>
                    <a:pt x="1672" y="2401"/>
                    <a:pt x="1793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3"/>
                    <a:pt x="2249" y="2371"/>
                    <a:pt x="2128" y="2249"/>
                  </a:cubicBezTo>
                  <a:cubicBezTo>
                    <a:pt x="2037" y="2128"/>
                    <a:pt x="1915" y="2067"/>
                    <a:pt x="1824" y="2006"/>
                  </a:cubicBezTo>
                  <a:cubicBezTo>
                    <a:pt x="2037" y="1945"/>
                    <a:pt x="2189" y="1854"/>
                    <a:pt x="2310" y="1702"/>
                  </a:cubicBezTo>
                  <a:cubicBezTo>
                    <a:pt x="2401" y="1520"/>
                    <a:pt x="2462" y="1338"/>
                    <a:pt x="2462" y="1094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15" y="91"/>
                    <a:pt x="1611" y="0"/>
                    <a:pt x="1155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6" name="Google Shape;1896;p48"/>
            <p:cNvSpPr/>
            <p:nvPr/>
          </p:nvSpPr>
          <p:spPr>
            <a:xfrm>
              <a:off x="1076189" y="3783559"/>
              <a:ext cx="118007" cy="184310"/>
            </a:xfrm>
            <a:custGeom>
              <a:avLst/>
              <a:gdLst/>
              <a:ahLst/>
              <a:cxnLst/>
              <a:rect l="l" t="t" r="r" b="b"/>
              <a:pathLst>
                <a:path w="243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32" y="3800"/>
                  </a:lnTo>
                  <a:lnTo>
                    <a:pt x="2432" y="3374"/>
                  </a:lnTo>
                  <a:lnTo>
                    <a:pt x="517" y="3374"/>
                  </a:lnTo>
                  <a:lnTo>
                    <a:pt x="517" y="2006"/>
                  </a:lnTo>
                  <a:lnTo>
                    <a:pt x="2311" y="2006"/>
                  </a:lnTo>
                  <a:lnTo>
                    <a:pt x="2311" y="1550"/>
                  </a:lnTo>
                  <a:lnTo>
                    <a:pt x="517" y="1550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7" name="Google Shape;1897;p48"/>
            <p:cNvSpPr/>
            <p:nvPr/>
          </p:nvSpPr>
          <p:spPr>
            <a:xfrm>
              <a:off x="1291446" y="3783559"/>
              <a:ext cx="154820" cy="184310"/>
            </a:xfrm>
            <a:custGeom>
              <a:avLst/>
              <a:gdLst/>
              <a:ahLst/>
              <a:cxnLst/>
              <a:rect l="l" t="t" r="r" b="b"/>
              <a:pathLst>
                <a:path w="3192" h="3800" extrusionOk="0">
                  <a:moveTo>
                    <a:pt x="0" y="0"/>
                  </a:moveTo>
                  <a:lnTo>
                    <a:pt x="1338" y="2006"/>
                  </a:lnTo>
                  <a:lnTo>
                    <a:pt x="1338" y="3800"/>
                  </a:lnTo>
                  <a:lnTo>
                    <a:pt x="1854" y="3800"/>
                  </a:lnTo>
                  <a:lnTo>
                    <a:pt x="1854" y="2006"/>
                  </a:lnTo>
                  <a:lnTo>
                    <a:pt x="3192" y="0"/>
                  </a:lnTo>
                  <a:lnTo>
                    <a:pt x="2645" y="0"/>
                  </a:lnTo>
                  <a:lnTo>
                    <a:pt x="1611" y="155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48"/>
            <p:cNvSpPr/>
            <p:nvPr/>
          </p:nvSpPr>
          <p:spPr>
            <a:xfrm>
              <a:off x="1446219" y="3780600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94" y="395"/>
                  </a:moveTo>
                  <a:cubicBezTo>
                    <a:pt x="2159" y="395"/>
                    <a:pt x="2463" y="547"/>
                    <a:pt x="2676" y="821"/>
                  </a:cubicBezTo>
                  <a:cubicBezTo>
                    <a:pt x="2888" y="1095"/>
                    <a:pt x="3010" y="1490"/>
                    <a:pt x="3010" y="1976"/>
                  </a:cubicBezTo>
                  <a:cubicBezTo>
                    <a:pt x="3010" y="2432"/>
                    <a:pt x="2888" y="2827"/>
                    <a:pt x="2676" y="3101"/>
                  </a:cubicBezTo>
                  <a:cubicBezTo>
                    <a:pt x="2463" y="3374"/>
                    <a:pt x="2159" y="3526"/>
                    <a:pt x="1794" y="3526"/>
                  </a:cubicBezTo>
                  <a:cubicBezTo>
                    <a:pt x="1399" y="3526"/>
                    <a:pt x="1095" y="3374"/>
                    <a:pt x="882" y="3101"/>
                  </a:cubicBezTo>
                  <a:cubicBezTo>
                    <a:pt x="670" y="2827"/>
                    <a:pt x="548" y="2432"/>
                    <a:pt x="548" y="1976"/>
                  </a:cubicBezTo>
                  <a:cubicBezTo>
                    <a:pt x="548" y="1490"/>
                    <a:pt x="670" y="1095"/>
                    <a:pt x="882" y="821"/>
                  </a:cubicBezTo>
                  <a:cubicBezTo>
                    <a:pt x="1095" y="547"/>
                    <a:pt x="1399" y="395"/>
                    <a:pt x="1794" y="395"/>
                  </a:cubicBezTo>
                  <a:close/>
                  <a:moveTo>
                    <a:pt x="1794" y="0"/>
                  </a:moveTo>
                  <a:cubicBezTo>
                    <a:pt x="1247" y="0"/>
                    <a:pt x="822" y="183"/>
                    <a:pt x="487" y="517"/>
                  </a:cubicBezTo>
                  <a:cubicBezTo>
                    <a:pt x="183" y="882"/>
                    <a:pt x="1" y="1368"/>
                    <a:pt x="1" y="1976"/>
                  </a:cubicBezTo>
                  <a:cubicBezTo>
                    <a:pt x="1" y="2584"/>
                    <a:pt x="183" y="3040"/>
                    <a:pt x="487" y="3405"/>
                  </a:cubicBezTo>
                  <a:cubicBezTo>
                    <a:pt x="822" y="3769"/>
                    <a:pt x="1247" y="3952"/>
                    <a:pt x="1794" y="3952"/>
                  </a:cubicBezTo>
                  <a:cubicBezTo>
                    <a:pt x="2311" y="3952"/>
                    <a:pt x="2736" y="3769"/>
                    <a:pt x="3071" y="3405"/>
                  </a:cubicBezTo>
                  <a:cubicBezTo>
                    <a:pt x="3375" y="3040"/>
                    <a:pt x="3527" y="2554"/>
                    <a:pt x="3527" y="1976"/>
                  </a:cubicBezTo>
                  <a:cubicBezTo>
                    <a:pt x="3527" y="1368"/>
                    <a:pt x="3375" y="882"/>
                    <a:pt x="3071" y="517"/>
                  </a:cubicBezTo>
                  <a:cubicBezTo>
                    <a:pt x="2736" y="183"/>
                    <a:pt x="2311" y="0"/>
                    <a:pt x="179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48"/>
            <p:cNvSpPr/>
            <p:nvPr/>
          </p:nvSpPr>
          <p:spPr>
            <a:xfrm>
              <a:off x="1654103" y="3783559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1" y="0"/>
                  </a:moveTo>
                  <a:lnTo>
                    <a:pt x="1" y="2371"/>
                  </a:lnTo>
                  <a:cubicBezTo>
                    <a:pt x="1" y="2888"/>
                    <a:pt x="122" y="3252"/>
                    <a:pt x="365" y="3496"/>
                  </a:cubicBezTo>
                  <a:cubicBezTo>
                    <a:pt x="609" y="3769"/>
                    <a:pt x="973" y="3891"/>
                    <a:pt x="1460" y="3891"/>
                  </a:cubicBezTo>
                  <a:cubicBezTo>
                    <a:pt x="1946" y="3891"/>
                    <a:pt x="2311" y="3769"/>
                    <a:pt x="2554" y="3496"/>
                  </a:cubicBezTo>
                  <a:cubicBezTo>
                    <a:pt x="2797" y="3252"/>
                    <a:pt x="2919" y="2888"/>
                    <a:pt x="2919" y="2371"/>
                  </a:cubicBezTo>
                  <a:lnTo>
                    <a:pt x="2919" y="0"/>
                  </a:lnTo>
                  <a:lnTo>
                    <a:pt x="2402" y="0"/>
                  </a:lnTo>
                  <a:lnTo>
                    <a:pt x="2402" y="2310"/>
                  </a:lnTo>
                  <a:cubicBezTo>
                    <a:pt x="2402" y="2705"/>
                    <a:pt x="2341" y="3009"/>
                    <a:pt x="2189" y="3192"/>
                  </a:cubicBezTo>
                  <a:cubicBezTo>
                    <a:pt x="2037" y="3374"/>
                    <a:pt x="1794" y="3465"/>
                    <a:pt x="1460" y="3465"/>
                  </a:cubicBezTo>
                  <a:cubicBezTo>
                    <a:pt x="1125" y="3465"/>
                    <a:pt x="882" y="3374"/>
                    <a:pt x="730" y="3192"/>
                  </a:cubicBezTo>
                  <a:cubicBezTo>
                    <a:pt x="609" y="3009"/>
                    <a:pt x="517" y="2705"/>
                    <a:pt x="517" y="2310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48"/>
            <p:cNvSpPr/>
            <p:nvPr/>
          </p:nvSpPr>
          <p:spPr>
            <a:xfrm>
              <a:off x="791670" y="4019428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86" y="426"/>
                  </a:moveTo>
                  <a:cubicBezTo>
                    <a:pt x="1429" y="426"/>
                    <a:pt x="1611" y="487"/>
                    <a:pt x="1733" y="578"/>
                  </a:cubicBezTo>
                  <a:cubicBezTo>
                    <a:pt x="1854" y="699"/>
                    <a:pt x="1945" y="882"/>
                    <a:pt x="1945" y="1095"/>
                  </a:cubicBezTo>
                  <a:cubicBezTo>
                    <a:pt x="1945" y="1307"/>
                    <a:pt x="1854" y="1490"/>
                    <a:pt x="1733" y="1611"/>
                  </a:cubicBezTo>
                  <a:cubicBezTo>
                    <a:pt x="1611" y="1703"/>
                    <a:pt x="1429" y="1763"/>
                    <a:pt x="1186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307" y="2189"/>
                    <a:pt x="1459" y="2250"/>
                    <a:pt x="1581" y="2310"/>
                  </a:cubicBezTo>
                  <a:cubicBezTo>
                    <a:pt x="1702" y="2402"/>
                    <a:pt x="1824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4"/>
                    <a:pt x="2249" y="2371"/>
                    <a:pt x="2158" y="2250"/>
                  </a:cubicBezTo>
                  <a:cubicBezTo>
                    <a:pt x="2037" y="2128"/>
                    <a:pt x="1945" y="2067"/>
                    <a:pt x="1824" y="2007"/>
                  </a:cubicBezTo>
                  <a:cubicBezTo>
                    <a:pt x="2037" y="1946"/>
                    <a:pt x="2189" y="1855"/>
                    <a:pt x="2310" y="1703"/>
                  </a:cubicBezTo>
                  <a:cubicBezTo>
                    <a:pt x="2432" y="1520"/>
                    <a:pt x="2462" y="1338"/>
                    <a:pt x="2462" y="1095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45" y="92"/>
                    <a:pt x="1611" y="0"/>
                    <a:pt x="118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48"/>
            <p:cNvSpPr/>
            <p:nvPr/>
          </p:nvSpPr>
          <p:spPr>
            <a:xfrm>
              <a:off x="968561" y="4019428"/>
              <a:ext cx="119462" cy="184310"/>
            </a:xfrm>
            <a:custGeom>
              <a:avLst/>
              <a:gdLst/>
              <a:ahLst/>
              <a:cxnLst/>
              <a:rect l="l" t="t" r="r" b="b"/>
              <a:pathLst>
                <a:path w="246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63" y="3800"/>
                  </a:lnTo>
                  <a:lnTo>
                    <a:pt x="2463" y="3374"/>
                  </a:lnTo>
                  <a:lnTo>
                    <a:pt x="517" y="3374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51"/>
                  </a:lnTo>
                  <a:lnTo>
                    <a:pt x="517" y="1551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48"/>
            <p:cNvSpPr/>
            <p:nvPr/>
          </p:nvSpPr>
          <p:spPr>
            <a:xfrm>
              <a:off x="1105679" y="4019428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63" y="517"/>
                  </a:moveTo>
                  <a:lnTo>
                    <a:pt x="2463" y="2402"/>
                  </a:lnTo>
                  <a:lnTo>
                    <a:pt x="1064" y="2402"/>
                  </a:lnTo>
                  <a:lnTo>
                    <a:pt x="176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48"/>
            <p:cNvSpPr/>
            <p:nvPr/>
          </p:nvSpPr>
          <p:spPr>
            <a:xfrm>
              <a:off x="1301777" y="4019428"/>
              <a:ext cx="156324" cy="184310"/>
            </a:xfrm>
            <a:custGeom>
              <a:avLst/>
              <a:gdLst/>
              <a:ahLst/>
              <a:cxnLst/>
              <a:rect l="l" t="t" r="r" b="b"/>
              <a:pathLst>
                <a:path w="3223" h="3800" extrusionOk="0">
                  <a:moveTo>
                    <a:pt x="1155" y="426"/>
                  </a:moveTo>
                  <a:cubicBezTo>
                    <a:pt x="1672" y="426"/>
                    <a:pt x="2067" y="548"/>
                    <a:pt x="2310" y="791"/>
                  </a:cubicBezTo>
                  <a:cubicBezTo>
                    <a:pt x="2553" y="1003"/>
                    <a:pt x="2675" y="1399"/>
                    <a:pt x="2675" y="1885"/>
                  </a:cubicBezTo>
                  <a:cubicBezTo>
                    <a:pt x="2675" y="2402"/>
                    <a:pt x="2553" y="2797"/>
                    <a:pt x="2310" y="3040"/>
                  </a:cubicBezTo>
                  <a:cubicBezTo>
                    <a:pt x="2067" y="3253"/>
                    <a:pt x="1672" y="3374"/>
                    <a:pt x="1155" y="3374"/>
                  </a:cubicBezTo>
                  <a:lnTo>
                    <a:pt x="517" y="3374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1064" y="3800"/>
                  </a:lnTo>
                  <a:cubicBezTo>
                    <a:pt x="1793" y="3800"/>
                    <a:pt x="2341" y="3648"/>
                    <a:pt x="2705" y="3344"/>
                  </a:cubicBezTo>
                  <a:cubicBezTo>
                    <a:pt x="3040" y="3040"/>
                    <a:pt x="3222" y="2554"/>
                    <a:pt x="3222" y="1885"/>
                  </a:cubicBezTo>
                  <a:cubicBezTo>
                    <a:pt x="3222" y="1247"/>
                    <a:pt x="3040" y="760"/>
                    <a:pt x="2705" y="456"/>
                  </a:cubicBezTo>
                  <a:cubicBezTo>
                    <a:pt x="2341" y="152"/>
                    <a:pt x="1793" y="0"/>
                    <a:pt x="106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48"/>
            <p:cNvSpPr/>
            <p:nvPr/>
          </p:nvSpPr>
          <p:spPr>
            <a:xfrm>
              <a:off x="1458054" y="4019428"/>
              <a:ext cx="156275" cy="184310"/>
            </a:xfrm>
            <a:custGeom>
              <a:avLst/>
              <a:gdLst/>
              <a:ahLst/>
              <a:cxnLst/>
              <a:rect l="l" t="t" r="r" b="b"/>
              <a:pathLst>
                <a:path w="3222" h="3800" extrusionOk="0">
                  <a:moveTo>
                    <a:pt x="0" y="0"/>
                  </a:moveTo>
                  <a:lnTo>
                    <a:pt x="1337" y="2007"/>
                  </a:lnTo>
                  <a:lnTo>
                    <a:pt x="1337" y="3800"/>
                  </a:lnTo>
                  <a:lnTo>
                    <a:pt x="1885" y="3800"/>
                  </a:lnTo>
                  <a:lnTo>
                    <a:pt x="1885" y="2007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5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48"/>
            <p:cNvSpPr/>
            <p:nvPr/>
          </p:nvSpPr>
          <p:spPr>
            <a:xfrm>
              <a:off x="1631986" y="4016469"/>
              <a:ext cx="98848" cy="187268"/>
            </a:xfrm>
            <a:custGeom>
              <a:avLst/>
              <a:gdLst/>
              <a:ahLst/>
              <a:cxnLst/>
              <a:rect l="l" t="t" r="r" b="b"/>
              <a:pathLst>
                <a:path w="2038" h="3861" extrusionOk="0">
                  <a:moveTo>
                    <a:pt x="1004" y="1"/>
                  </a:moveTo>
                  <a:cubicBezTo>
                    <a:pt x="821" y="1"/>
                    <a:pt x="639" y="1"/>
                    <a:pt x="487" y="61"/>
                  </a:cubicBezTo>
                  <a:cubicBezTo>
                    <a:pt x="305" y="122"/>
                    <a:pt x="153" y="183"/>
                    <a:pt x="1" y="274"/>
                  </a:cubicBezTo>
                  <a:lnTo>
                    <a:pt x="1" y="760"/>
                  </a:lnTo>
                  <a:cubicBezTo>
                    <a:pt x="153" y="639"/>
                    <a:pt x="305" y="548"/>
                    <a:pt x="457" y="487"/>
                  </a:cubicBezTo>
                  <a:cubicBezTo>
                    <a:pt x="639" y="426"/>
                    <a:pt x="761" y="396"/>
                    <a:pt x="913" y="396"/>
                  </a:cubicBezTo>
                  <a:cubicBezTo>
                    <a:pt x="1095" y="396"/>
                    <a:pt x="1247" y="457"/>
                    <a:pt x="1338" y="548"/>
                  </a:cubicBezTo>
                  <a:cubicBezTo>
                    <a:pt x="1460" y="639"/>
                    <a:pt x="1520" y="760"/>
                    <a:pt x="1520" y="912"/>
                  </a:cubicBezTo>
                  <a:cubicBezTo>
                    <a:pt x="1520" y="1004"/>
                    <a:pt x="1490" y="1095"/>
                    <a:pt x="1460" y="1156"/>
                  </a:cubicBezTo>
                  <a:cubicBezTo>
                    <a:pt x="1399" y="1247"/>
                    <a:pt x="1338" y="1338"/>
                    <a:pt x="1247" y="1429"/>
                  </a:cubicBezTo>
                  <a:lnTo>
                    <a:pt x="1004" y="1642"/>
                  </a:lnTo>
                  <a:cubicBezTo>
                    <a:pt x="852" y="1794"/>
                    <a:pt x="761" y="1916"/>
                    <a:pt x="700" y="2037"/>
                  </a:cubicBezTo>
                  <a:cubicBezTo>
                    <a:pt x="669" y="2128"/>
                    <a:pt x="639" y="2280"/>
                    <a:pt x="639" y="2463"/>
                  </a:cubicBezTo>
                  <a:lnTo>
                    <a:pt x="639" y="2858"/>
                  </a:lnTo>
                  <a:lnTo>
                    <a:pt x="1125" y="2858"/>
                  </a:lnTo>
                  <a:lnTo>
                    <a:pt x="1125" y="2523"/>
                  </a:lnTo>
                  <a:cubicBezTo>
                    <a:pt x="1125" y="2432"/>
                    <a:pt x="1125" y="2371"/>
                    <a:pt x="1125" y="2311"/>
                  </a:cubicBezTo>
                  <a:cubicBezTo>
                    <a:pt x="1125" y="2280"/>
                    <a:pt x="1156" y="2219"/>
                    <a:pt x="1156" y="2189"/>
                  </a:cubicBezTo>
                  <a:cubicBezTo>
                    <a:pt x="1156" y="2159"/>
                    <a:pt x="1186" y="2098"/>
                    <a:pt x="1217" y="2068"/>
                  </a:cubicBezTo>
                  <a:cubicBezTo>
                    <a:pt x="1247" y="2007"/>
                    <a:pt x="1308" y="1946"/>
                    <a:pt x="1399" y="1885"/>
                  </a:cubicBezTo>
                  <a:lnTo>
                    <a:pt x="1612" y="1642"/>
                  </a:lnTo>
                  <a:cubicBezTo>
                    <a:pt x="1764" y="1520"/>
                    <a:pt x="1885" y="1368"/>
                    <a:pt x="1946" y="1247"/>
                  </a:cubicBezTo>
                  <a:cubicBezTo>
                    <a:pt x="2007" y="1156"/>
                    <a:pt x="2037" y="1034"/>
                    <a:pt x="2037" y="882"/>
                  </a:cubicBezTo>
                  <a:cubicBezTo>
                    <a:pt x="2037" y="609"/>
                    <a:pt x="1946" y="396"/>
                    <a:pt x="1733" y="244"/>
                  </a:cubicBezTo>
                  <a:cubicBezTo>
                    <a:pt x="1551" y="61"/>
                    <a:pt x="1308" y="1"/>
                    <a:pt x="1004" y="1"/>
                  </a:cubicBezTo>
                  <a:close/>
                  <a:moveTo>
                    <a:pt x="609" y="3223"/>
                  </a:moveTo>
                  <a:lnTo>
                    <a:pt x="609" y="3861"/>
                  </a:lnTo>
                  <a:lnTo>
                    <a:pt x="1125" y="3861"/>
                  </a:lnTo>
                  <a:lnTo>
                    <a:pt x="112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48"/>
            <p:cNvSpPr/>
            <p:nvPr/>
          </p:nvSpPr>
          <p:spPr>
            <a:xfrm>
              <a:off x="1127796" y="4401241"/>
              <a:ext cx="119462" cy="134206"/>
            </a:xfrm>
            <a:custGeom>
              <a:avLst/>
              <a:gdLst/>
              <a:ahLst/>
              <a:cxnLst/>
              <a:rect l="l" t="t" r="r" b="b"/>
              <a:pathLst>
                <a:path w="2463" h="2767" extrusionOk="0">
                  <a:moveTo>
                    <a:pt x="1216" y="305"/>
                  </a:moveTo>
                  <a:cubicBezTo>
                    <a:pt x="1490" y="305"/>
                    <a:pt x="1703" y="396"/>
                    <a:pt x="1855" y="578"/>
                  </a:cubicBezTo>
                  <a:cubicBezTo>
                    <a:pt x="2007" y="791"/>
                    <a:pt x="2067" y="1034"/>
                    <a:pt x="2067" y="1369"/>
                  </a:cubicBezTo>
                  <a:cubicBezTo>
                    <a:pt x="2067" y="1703"/>
                    <a:pt x="2007" y="1977"/>
                    <a:pt x="1855" y="2189"/>
                  </a:cubicBezTo>
                  <a:cubicBezTo>
                    <a:pt x="1703" y="2372"/>
                    <a:pt x="1490" y="2463"/>
                    <a:pt x="1216" y="2463"/>
                  </a:cubicBezTo>
                  <a:cubicBezTo>
                    <a:pt x="973" y="2463"/>
                    <a:pt x="760" y="2372"/>
                    <a:pt x="608" y="2189"/>
                  </a:cubicBezTo>
                  <a:cubicBezTo>
                    <a:pt x="456" y="1977"/>
                    <a:pt x="365" y="1703"/>
                    <a:pt x="365" y="1369"/>
                  </a:cubicBezTo>
                  <a:cubicBezTo>
                    <a:pt x="365" y="1034"/>
                    <a:pt x="456" y="791"/>
                    <a:pt x="608" y="578"/>
                  </a:cubicBezTo>
                  <a:cubicBezTo>
                    <a:pt x="760" y="396"/>
                    <a:pt x="973" y="305"/>
                    <a:pt x="1216" y="305"/>
                  </a:cubicBezTo>
                  <a:close/>
                  <a:moveTo>
                    <a:pt x="1216" y="1"/>
                  </a:moveTo>
                  <a:cubicBezTo>
                    <a:pt x="851" y="1"/>
                    <a:pt x="548" y="122"/>
                    <a:pt x="335" y="366"/>
                  </a:cubicBezTo>
                  <a:cubicBezTo>
                    <a:pt x="122" y="639"/>
                    <a:pt x="0" y="974"/>
                    <a:pt x="0" y="1369"/>
                  </a:cubicBezTo>
                  <a:cubicBezTo>
                    <a:pt x="0" y="1794"/>
                    <a:pt x="122" y="2129"/>
                    <a:pt x="335" y="2372"/>
                  </a:cubicBezTo>
                  <a:cubicBezTo>
                    <a:pt x="548" y="2645"/>
                    <a:pt x="851" y="2767"/>
                    <a:pt x="1216" y="2767"/>
                  </a:cubicBezTo>
                  <a:cubicBezTo>
                    <a:pt x="1611" y="2767"/>
                    <a:pt x="1885" y="2645"/>
                    <a:pt x="2128" y="2372"/>
                  </a:cubicBezTo>
                  <a:cubicBezTo>
                    <a:pt x="2341" y="2129"/>
                    <a:pt x="2462" y="1794"/>
                    <a:pt x="2462" y="1369"/>
                  </a:cubicBezTo>
                  <a:cubicBezTo>
                    <a:pt x="2462" y="974"/>
                    <a:pt x="2341" y="639"/>
                    <a:pt x="2128" y="366"/>
                  </a:cubicBezTo>
                  <a:cubicBezTo>
                    <a:pt x="1885" y="122"/>
                    <a:pt x="1611" y="1"/>
                    <a:pt x="121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48"/>
            <p:cNvSpPr/>
            <p:nvPr/>
          </p:nvSpPr>
          <p:spPr>
            <a:xfrm>
              <a:off x="1273742" y="4404200"/>
              <a:ext cx="103262" cy="128338"/>
            </a:xfrm>
            <a:custGeom>
              <a:avLst/>
              <a:gdLst/>
              <a:ahLst/>
              <a:cxnLst/>
              <a:rect l="l" t="t" r="r" b="b"/>
              <a:pathLst>
                <a:path w="2129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65" y="2645"/>
                  </a:lnTo>
                  <a:lnTo>
                    <a:pt x="365" y="1368"/>
                  </a:lnTo>
                  <a:lnTo>
                    <a:pt x="1642" y="2645"/>
                  </a:lnTo>
                  <a:lnTo>
                    <a:pt x="2128" y="2645"/>
                  </a:lnTo>
                  <a:lnTo>
                    <a:pt x="700" y="1216"/>
                  </a:lnTo>
                  <a:lnTo>
                    <a:pt x="2007" y="1"/>
                  </a:lnTo>
                  <a:lnTo>
                    <a:pt x="1551" y="1"/>
                  </a:lnTo>
                  <a:lnTo>
                    <a:pt x="365" y="112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48"/>
            <p:cNvSpPr/>
            <p:nvPr/>
          </p:nvSpPr>
          <p:spPr>
            <a:xfrm>
              <a:off x="480571" y="357713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1" y="1"/>
                  </a:moveTo>
                  <a:lnTo>
                    <a:pt x="1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48"/>
            <p:cNvSpPr/>
            <p:nvPr/>
          </p:nvSpPr>
          <p:spPr>
            <a:xfrm>
              <a:off x="499730" y="3596290"/>
              <a:ext cx="1587826" cy="1220759"/>
            </a:xfrm>
            <a:custGeom>
              <a:avLst/>
              <a:gdLst/>
              <a:ahLst/>
              <a:cxnLst/>
              <a:rect l="l" t="t" r="r" b="b"/>
              <a:pathLst>
                <a:path w="32737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37" y="25168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48"/>
            <p:cNvSpPr/>
            <p:nvPr/>
          </p:nvSpPr>
          <p:spPr>
            <a:xfrm>
              <a:off x="498274" y="3597794"/>
              <a:ext cx="1589281" cy="128289"/>
            </a:xfrm>
            <a:custGeom>
              <a:avLst/>
              <a:gdLst/>
              <a:ahLst/>
              <a:cxnLst/>
              <a:rect l="l" t="t" r="r" b="b"/>
              <a:pathLst>
                <a:path w="327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48"/>
            <p:cNvSpPr/>
            <p:nvPr/>
          </p:nvSpPr>
          <p:spPr>
            <a:xfrm>
              <a:off x="1976988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48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1398"/>
                  </a:moveTo>
                  <a:lnTo>
                    <a:pt x="142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48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0"/>
                  </a:moveTo>
                  <a:lnTo>
                    <a:pt x="142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48"/>
            <p:cNvSpPr/>
            <p:nvPr/>
          </p:nvSpPr>
          <p:spPr>
            <a:xfrm>
              <a:off x="1851656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48"/>
            <p:cNvSpPr/>
            <p:nvPr/>
          </p:nvSpPr>
          <p:spPr>
            <a:xfrm>
              <a:off x="1869360" y="3633152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48"/>
            <p:cNvSpPr/>
            <p:nvPr/>
          </p:nvSpPr>
          <p:spPr>
            <a:xfrm>
              <a:off x="1869360" y="3646442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48"/>
            <p:cNvSpPr/>
            <p:nvPr/>
          </p:nvSpPr>
          <p:spPr>
            <a:xfrm>
              <a:off x="1726373" y="3613993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48"/>
            <p:cNvSpPr/>
            <p:nvPr/>
          </p:nvSpPr>
          <p:spPr>
            <a:xfrm>
              <a:off x="1741069" y="3689173"/>
              <a:ext cx="63441" cy="49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1"/>
                  </a:moveTo>
                  <a:lnTo>
                    <a:pt x="1308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48"/>
            <p:cNvSpPr/>
            <p:nvPr/>
          </p:nvSpPr>
          <p:spPr>
            <a:xfrm>
              <a:off x="865346" y="443960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48"/>
            <p:cNvSpPr/>
            <p:nvPr/>
          </p:nvSpPr>
          <p:spPr>
            <a:xfrm>
              <a:off x="883050" y="4455807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1" y="0"/>
                  </a:moveTo>
                  <a:lnTo>
                    <a:pt x="16901" y="4317"/>
                  </a:lnTo>
                  <a:lnTo>
                    <a:pt x="1" y="4317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48"/>
            <p:cNvSpPr/>
            <p:nvPr/>
          </p:nvSpPr>
          <p:spPr>
            <a:xfrm>
              <a:off x="775421" y="3855780"/>
              <a:ext cx="169613" cy="185813"/>
            </a:xfrm>
            <a:custGeom>
              <a:avLst/>
              <a:gdLst/>
              <a:ahLst/>
              <a:cxnLst/>
              <a:rect l="l" t="t" r="r" b="b"/>
              <a:pathLst>
                <a:path w="3497" h="3831" extrusionOk="0">
                  <a:moveTo>
                    <a:pt x="1764" y="517"/>
                  </a:moveTo>
                  <a:lnTo>
                    <a:pt x="2463" y="2402"/>
                  </a:lnTo>
                  <a:lnTo>
                    <a:pt x="1065" y="2402"/>
                  </a:lnTo>
                  <a:lnTo>
                    <a:pt x="1764" y="517"/>
                  </a:lnTo>
                  <a:close/>
                  <a:moveTo>
                    <a:pt x="1460" y="0"/>
                  </a:moveTo>
                  <a:lnTo>
                    <a:pt x="1" y="3830"/>
                  </a:lnTo>
                  <a:lnTo>
                    <a:pt x="548" y="3830"/>
                  </a:lnTo>
                  <a:lnTo>
                    <a:pt x="913" y="2858"/>
                  </a:lnTo>
                  <a:lnTo>
                    <a:pt x="2615" y="2858"/>
                  </a:lnTo>
                  <a:lnTo>
                    <a:pt x="2980" y="3830"/>
                  </a:lnTo>
                  <a:lnTo>
                    <a:pt x="3496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48"/>
            <p:cNvSpPr/>
            <p:nvPr/>
          </p:nvSpPr>
          <p:spPr>
            <a:xfrm>
              <a:off x="972974" y="3855780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66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07" y="2159"/>
                    <a:pt x="1916" y="2067"/>
                    <a:pt x="1794" y="2037"/>
                  </a:cubicBezTo>
                  <a:cubicBezTo>
                    <a:pt x="2007" y="1976"/>
                    <a:pt x="215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6"/>
                    <a:pt x="2129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48"/>
            <p:cNvSpPr/>
            <p:nvPr/>
          </p:nvSpPr>
          <p:spPr>
            <a:xfrm>
              <a:off x="1148410" y="3855780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374"/>
                  </a:lnTo>
                  <a:lnTo>
                    <a:pt x="518" y="3374"/>
                  </a:lnTo>
                  <a:lnTo>
                    <a:pt x="518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8" y="1581"/>
                  </a:lnTo>
                  <a:lnTo>
                    <a:pt x="518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48"/>
            <p:cNvSpPr/>
            <p:nvPr/>
          </p:nvSpPr>
          <p:spPr>
            <a:xfrm>
              <a:off x="1363667" y="3855780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9" y="2007"/>
                  </a:lnTo>
                  <a:lnTo>
                    <a:pt x="1369" y="3830"/>
                  </a:lnTo>
                  <a:lnTo>
                    <a:pt x="1885" y="3830"/>
                  </a:lnTo>
                  <a:lnTo>
                    <a:pt x="1885" y="2007"/>
                  </a:lnTo>
                  <a:lnTo>
                    <a:pt x="3223" y="0"/>
                  </a:lnTo>
                  <a:lnTo>
                    <a:pt x="2676" y="0"/>
                  </a:lnTo>
                  <a:lnTo>
                    <a:pt x="1612" y="1581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48"/>
            <p:cNvSpPr/>
            <p:nvPr/>
          </p:nvSpPr>
          <p:spPr>
            <a:xfrm>
              <a:off x="1519944" y="3852821"/>
              <a:ext cx="171068" cy="191730"/>
            </a:xfrm>
            <a:custGeom>
              <a:avLst/>
              <a:gdLst/>
              <a:ahLst/>
              <a:cxnLst/>
              <a:rect l="l" t="t" r="r" b="b"/>
              <a:pathLst>
                <a:path w="3527" h="3953" extrusionOk="0">
                  <a:moveTo>
                    <a:pt x="1764" y="426"/>
                  </a:moveTo>
                  <a:cubicBezTo>
                    <a:pt x="2128" y="426"/>
                    <a:pt x="2432" y="548"/>
                    <a:pt x="2645" y="852"/>
                  </a:cubicBezTo>
                  <a:cubicBezTo>
                    <a:pt x="2858" y="1125"/>
                    <a:pt x="2979" y="1490"/>
                    <a:pt x="2979" y="1976"/>
                  </a:cubicBezTo>
                  <a:cubicBezTo>
                    <a:pt x="2979" y="2463"/>
                    <a:pt x="2858" y="2827"/>
                    <a:pt x="2645" y="3131"/>
                  </a:cubicBezTo>
                  <a:cubicBezTo>
                    <a:pt x="2432" y="3405"/>
                    <a:pt x="2128" y="3527"/>
                    <a:pt x="1764" y="3527"/>
                  </a:cubicBezTo>
                  <a:cubicBezTo>
                    <a:pt x="1399" y="3527"/>
                    <a:pt x="1095" y="3405"/>
                    <a:pt x="882" y="3131"/>
                  </a:cubicBezTo>
                  <a:cubicBezTo>
                    <a:pt x="639" y="2827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48"/>
                    <a:pt x="1399" y="426"/>
                    <a:pt x="1764" y="426"/>
                  </a:cubicBezTo>
                  <a:close/>
                  <a:moveTo>
                    <a:pt x="1764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3" y="913"/>
                    <a:pt x="1" y="1369"/>
                    <a:pt x="1" y="1976"/>
                  </a:cubicBezTo>
                  <a:cubicBezTo>
                    <a:pt x="1" y="2584"/>
                    <a:pt x="153" y="3071"/>
                    <a:pt x="487" y="3435"/>
                  </a:cubicBezTo>
                  <a:cubicBezTo>
                    <a:pt x="791" y="3770"/>
                    <a:pt x="1216" y="3952"/>
                    <a:pt x="1764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5" y="3071"/>
                    <a:pt x="3527" y="2584"/>
                    <a:pt x="3527" y="1976"/>
                  </a:cubicBezTo>
                  <a:cubicBezTo>
                    <a:pt x="3527" y="1369"/>
                    <a:pt x="3375" y="913"/>
                    <a:pt x="3040" y="548"/>
                  </a:cubicBezTo>
                  <a:cubicBezTo>
                    <a:pt x="2736" y="183"/>
                    <a:pt x="2311" y="1"/>
                    <a:pt x="1764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48"/>
            <p:cNvSpPr/>
            <p:nvPr/>
          </p:nvSpPr>
          <p:spPr>
            <a:xfrm>
              <a:off x="1727828" y="3855780"/>
              <a:ext cx="140124" cy="188772"/>
            </a:xfrm>
            <a:custGeom>
              <a:avLst/>
              <a:gdLst/>
              <a:ahLst/>
              <a:cxnLst/>
              <a:rect l="l" t="t" r="r" b="b"/>
              <a:pathLst>
                <a:path w="2889" h="3892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70"/>
                    <a:pt x="973" y="3891"/>
                    <a:pt x="1459" y="3891"/>
                  </a:cubicBezTo>
                  <a:cubicBezTo>
                    <a:pt x="1915" y="3891"/>
                    <a:pt x="2280" y="3770"/>
                    <a:pt x="2523" y="3526"/>
                  </a:cubicBezTo>
                  <a:cubicBezTo>
                    <a:pt x="2766" y="3253"/>
                    <a:pt x="2888" y="2888"/>
                    <a:pt x="2888" y="2402"/>
                  </a:cubicBezTo>
                  <a:lnTo>
                    <a:pt x="2888" y="0"/>
                  </a:lnTo>
                  <a:lnTo>
                    <a:pt x="2371" y="0"/>
                  </a:lnTo>
                  <a:lnTo>
                    <a:pt x="2371" y="2311"/>
                  </a:lnTo>
                  <a:cubicBezTo>
                    <a:pt x="2371" y="2736"/>
                    <a:pt x="2311" y="3040"/>
                    <a:pt x="2159" y="3222"/>
                  </a:cubicBezTo>
                  <a:cubicBezTo>
                    <a:pt x="2007" y="3374"/>
                    <a:pt x="1763" y="3466"/>
                    <a:pt x="1459" y="3466"/>
                  </a:cubicBezTo>
                  <a:cubicBezTo>
                    <a:pt x="1125" y="3466"/>
                    <a:pt x="882" y="3374"/>
                    <a:pt x="730" y="3222"/>
                  </a:cubicBezTo>
                  <a:cubicBezTo>
                    <a:pt x="578" y="3040"/>
                    <a:pt x="517" y="2736"/>
                    <a:pt x="517" y="231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48"/>
            <p:cNvSpPr/>
            <p:nvPr/>
          </p:nvSpPr>
          <p:spPr>
            <a:xfrm>
              <a:off x="865346" y="4091648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399" y="426"/>
                    <a:pt x="1612" y="487"/>
                    <a:pt x="1734" y="609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34" y="1612"/>
                  </a:cubicBezTo>
                  <a:cubicBezTo>
                    <a:pt x="1612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518" y="3831"/>
                  </a:lnTo>
                  <a:lnTo>
                    <a:pt x="518" y="2220"/>
                  </a:lnTo>
                  <a:lnTo>
                    <a:pt x="1065" y="2220"/>
                  </a:lnTo>
                  <a:cubicBezTo>
                    <a:pt x="1278" y="2220"/>
                    <a:pt x="1430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1"/>
                  </a:lnTo>
                  <a:lnTo>
                    <a:pt x="2980" y="3831"/>
                  </a:lnTo>
                  <a:lnTo>
                    <a:pt x="2433" y="2767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37" y="2159"/>
                    <a:pt x="1916" y="2068"/>
                    <a:pt x="1794" y="2037"/>
                  </a:cubicBezTo>
                  <a:cubicBezTo>
                    <a:pt x="2007" y="1976"/>
                    <a:pt x="218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7"/>
                    <a:pt x="2129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48"/>
            <p:cNvSpPr/>
            <p:nvPr/>
          </p:nvSpPr>
          <p:spPr>
            <a:xfrm>
              <a:off x="1040830" y="4091648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2462" y="3831"/>
                  </a:lnTo>
                  <a:lnTo>
                    <a:pt x="2462" y="3375"/>
                  </a:lnTo>
                  <a:lnTo>
                    <a:pt x="517" y="3375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32" y="457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8"/>
            <p:cNvSpPr/>
            <p:nvPr/>
          </p:nvSpPr>
          <p:spPr>
            <a:xfrm>
              <a:off x="1179403" y="4091648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8"/>
                  </a:moveTo>
                  <a:lnTo>
                    <a:pt x="2432" y="2402"/>
                  </a:lnTo>
                  <a:lnTo>
                    <a:pt x="1034" y="2402"/>
                  </a:lnTo>
                  <a:lnTo>
                    <a:pt x="1733" y="518"/>
                  </a:lnTo>
                  <a:close/>
                  <a:moveTo>
                    <a:pt x="1429" y="1"/>
                  </a:moveTo>
                  <a:lnTo>
                    <a:pt x="0" y="3831"/>
                  </a:lnTo>
                  <a:lnTo>
                    <a:pt x="517" y="3831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9" y="3831"/>
                  </a:lnTo>
                  <a:lnTo>
                    <a:pt x="3465" y="3831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8"/>
            <p:cNvSpPr/>
            <p:nvPr/>
          </p:nvSpPr>
          <p:spPr>
            <a:xfrm>
              <a:off x="1375453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6" y="426"/>
                  </a:moveTo>
                  <a:cubicBezTo>
                    <a:pt x="1673" y="426"/>
                    <a:pt x="2037" y="548"/>
                    <a:pt x="2281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1" y="3040"/>
                  </a:cubicBezTo>
                  <a:cubicBezTo>
                    <a:pt x="2037" y="3284"/>
                    <a:pt x="1673" y="3405"/>
                    <a:pt x="1126" y="3405"/>
                  </a:cubicBezTo>
                  <a:lnTo>
                    <a:pt x="518" y="3405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1065" y="3831"/>
                  </a:lnTo>
                  <a:cubicBezTo>
                    <a:pt x="1794" y="3831"/>
                    <a:pt x="2341" y="3679"/>
                    <a:pt x="2676" y="3375"/>
                  </a:cubicBezTo>
                  <a:cubicBezTo>
                    <a:pt x="3010" y="3040"/>
                    <a:pt x="3192" y="2584"/>
                    <a:pt x="3192" y="1916"/>
                  </a:cubicBezTo>
                  <a:cubicBezTo>
                    <a:pt x="3192" y="1247"/>
                    <a:pt x="3010" y="791"/>
                    <a:pt x="2676" y="487"/>
                  </a:cubicBezTo>
                  <a:cubicBezTo>
                    <a:pt x="2341" y="15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8"/>
            <p:cNvSpPr/>
            <p:nvPr/>
          </p:nvSpPr>
          <p:spPr>
            <a:xfrm>
              <a:off x="1531730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1"/>
                  </a:lnTo>
                  <a:lnTo>
                    <a:pt x="1855" y="3831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8"/>
            <p:cNvSpPr/>
            <p:nvPr/>
          </p:nvSpPr>
          <p:spPr>
            <a:xfrm>
              <a:off x="1704256" y="4088690"/>
              <a:ext cx="98800" cy="188772"/>
            </a:xfrm>
            <a:custGeom>
              <a:avLst/>
              <a:gdLst/>
              <a:ahLst/>
              <a:cxnLst/>
              <a:rect l="l" t="t" r="r" b="b"/>
              <a:pathLst>
                <a:path w="2037" h="3892" extrusionOk="0">
                  <a:moveTo>
                    <a:pt x="1003" y="1"/>
                  </a:moveTo>
                  <a:cubicBezTo>
                    <a:pt x="821" y="1"/>
                    <a:pt x="669" y="31"/>
                    <a:pt x="486" y="62"/>
                  </a:cubicBezTo>
                  <a:cubicBezTo>
                    <a:pt x="334" y="123"/>
                    <a:pt x="182" y="183"/>
                    <a:pt x="0" y="305"/>
                  </a:cubicBezTo>
                  <a:lnTo>
                    <a:pt x="0" y="761"/>
                  </a:lnTo>
                  <a:cubicBezTo>
                    <a:pt x="182" y="670"/>
                    <a:pt x="334" y="579"/>
                    <a:pt x="486" y="518"/>
                  </a:cubicBezTo>
                  <a:cubicBezTo>
                    <a:pt x="638" y="457"/>
                    <a:pt x="790" y="427"/>
                    <a:pt x="912" y="427"/>
                  </a:cubicBezTo>
                  <a:cubicBezTo>
                    <a:pt x="1094" y="427"/>
                    <a:pt x="1246" y="457"/>
                    <a:pt x="1368" y="548"/>
                  </a:cubicBezTo>
                  <a:cubicBezTo>
                    <a:pt x="1459" y="670"/>
                    <a:pt x="1520" y="791"/>
                    <a:pt x="1520" y="943"/>
                  </a:cubicBezTo>
                  <a:cubicBezTo>
                    <a:pt x="1520" y="1004"/>
                    <a:pt x="1489" y="1095"/>
                    <a:pt x="1459" y="1186"/>
                  </a:cubicBezTo>
                  <a:cubicBezTo>
                    <a:pt x="1429" y="1247"/>
                    <a:pt x="1338" y="1338"/>
                    <a:pt x="1246" y="1430"/>
                  </a:cubicBezTo>
                  <a:lnTo>
                    <a:pt x="1034" y="1642"/>
                  </a:lnTo>
                  <a:cubicBezTo>
                    <a:pt x="882" y="1794"/>
                    <a:pt x="760" y="1946"/>
                    <a:pt x="730" y="2037"/>
                  </a:cubicBezTo>
                  <a:cubicBezTo>
                    <a:pt x="669" y="2159"/>
                    <a:pt x="638" y="2281"/>
                    <a:pt x="638" y="2463"/>
                  </a:cubicBezTo>
                  <a:lnTo>
                    <a:pt x="638" y="2858"/>
                  </a:lnTo>
                  <a:lnTo>
                    <a:pt x="1125" y="2858"/>
                  </a:lnTo>
                  <a:lnTo>
                    <a:pt x="1125" y="2554"/>
                  </a:lnTo>
                  <a:cubicBezTo>
                    <a:pt x="1125" y="2463"/>
                    <a:pt x="1125" y="2372"/>
                    <a:pt x="1155" y="2341"/>
                  </a:cubicBezTo>
                  <a:cubicBezTo>
                    <a:pt x="1155" y="2281"/>
                    <a:pt x="1155" y="2250"/>
                    <a:pt x="1155" y="2220"/>
                  </a:cubicBezTo>
                  <a:cubicBezTo>
                    <a:pt x="1186" y="2159"/>
                    <a:pt x="1216" y="2129"/>
                    <a:pt x="1246" y="2068"/>
                  </a:cubicBezTo>
                  <a:cubicBezTo>
                    <a:pt x="1277" y="2037"/>
                    <a:pt x="1338" y="1977"/>
                    <a:pt x="1398" y="1886"/>
                  </a:cubicBezTo>
                  <a:lnTo>
                    <a:pt x="1641" y="1673"/>
                  </a:lnTo>
                  <a:cubicBezTo>
                    <a:pt x="1793" y="1521"/>
                    <a:pt x="1885" y="1399"/>
                    <a:pt x="1945" y="1278"/>
                  </a:cubicBezTo>
                  <a:cubicBezTo>
                    <a:pt x="2006" y="1156"/>
                    <a:pt x="2037" y="1034"/>
                    <a:pt x="2037" y="913"/>
                  </a:cubicBezTo>
                  <a:cubicBezTo>
                    <a:pt x="2037" y="639"/>
                    <a:pt x="1945" y="427"/>
                    <a:pt x="1763" y="244"/>
                  </a:cubicBezTo>
                  <a:cubicBezTo>
                    <a:pt x="1581" y="92"/>
                    <a:pt x="1307" y="1"/>
                    <a:pt x="1003" y="1"/>
                  </a:cubicBezTo>
                  <a:close/>
                  <a:moveTo>
                    <a:pt x="638" y="3223"/>
                  </a:moveTo>
                  <a:lnTo>
                    <a:pt x="638" y="3892"/>
                  </a:lnTo>
                  <a:lnTo>
                    <a:pt x="1155" y="3892"/>
                  </a:lnTo>
                  <a:lnTo>
                    <a:pt x="115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8"/>
            <p:cNvSpPr/>
            <p:nvPr/>
          </p:nvSpPr>
          <p:spPr>
            <a:xfrm>
              <a:off x="1200017" y="4474965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490" y="274"/>
                    <a:pt x="1703" y="365"/>
                    <a:pt x="1855" y="578"/>
                  </a:cubicBezTo>
                  <a:cubicBezTo>
                    <a:pt x="2007" y="761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490" y="2463"/>
                    <a:pt x="1247" y="2463"/>
                  </a:cubicBezTo>
                  <a:cubicBezTo>
                    <a:pt x="973" y="2463"/>
                    <a:pt x="76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1"/>
                    <a:pt x="609" y="578"/>
                  </a:cubicBezTo>
                  <a:cubicBezTo>
                    <a:pt x="761" y="365"/>
                    <a:pt x="973" y="274"/>
                    <a:pt x="1247" y="274"/>
                  </a:cubicBezTo>
                  <a:close/>
                  <a:moveTo>
                    <a:pt x="1247" y="1"/>
                  </a:moveTo>
                  <a:cubicBezTo>
                    <a:pt x="882" y="1"/>
                    <a:pt x="578" y="122"/>
                    <a:pt x="335" y="365"/>
                  </a:cubicBezTo>
                  <a:cubicBezTo>
                    <a:pt x="122" y="609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5"/>
                    <a:pt x="882" y="2736"/>
                    <a:pt x="1247" y="2736"/>
                  </a:cubicBezTo>
                  <a:cubicBezTo>
                    <a:pt x="1612" y="2736"/>
                    <a:pt x="1916" y="2615"/>
                    <a:pt x="2128" y="2371"/>
                  </a:cubicBezTo>
                  <a:cubicBezTo>
                    <a:pt x="2372" y="2128"/>
                    <a:pt x="2463" y="1794"/>
                    <a:pt x="2463" y="1368"/>
                  </a:cubicBezTo>
                  <a:cubicBezTo>
                    <a:pt x="2463" y="943"/>
                    <a:pt x="2372" y="609"/>
                    <a:pt x="2128" y="365"/>
                  </a:cubicBezTo>
                  <a:cubicBezTo>
                    <a:pt x="1916" y="122"/>
                    <a:pt x="1612" y="1"/>
                    <a:pt x="1247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8"/>
            <p:cNvSpPr/>
            <p:nvPr/>
          </p:nvSpPr>
          <p:spPr>
            <a:xfrm>
              <a:off x="1347467" y="4476469"/>
              <a:ext cx="101758" cy="128289"/>
            </a:xfrm>
            <a:custGeom>
              <a:avLst/>
              <a:gdLst/>
              <a:ahLst/>
              <a:cxnLst/>
              <a:rect l="l" t="t" r="r" b="b"/>
              <a:pathLst>
                <a:path w="2098" h="2645" extrusionOk="0">
                  <a:moveTo>
                    <a:pt x="0" y="0"/>
                  </a:moveTo>
                  <a:lnTo>
                    <a:pt x="0" y="2644"/>
                  </a:lnTo>
                  <a:lnTo>
                    <a:pt x="365" y="2644"/>
                  </a:lnTo>
                  <a:lnTo>
                    <a:pt x="365" y="1368"/>
                  </a:lnTo>
                  <a:lnTo>
                    <a:pt x="1611" y="2644"/>
                  </a:lnTo>
                  <a:lnTo>
                    <a:pt x="2098" y="2644"/>
                  </a:lnTo>
                  <a:lnTo>
                    <a:pt x="699" y="1246"/>
                  </a:lnTo>
                  <a:lnTo>
                    <a:pt x="2006" y="0"/>
                  </a:lnTo>
                  <a:lnTo>
                    <a:pt x="1551" y="0"/>
                  </a:lnTo>
                  <a:lnTo>
                    <a:pt x="365" y="112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8"/>
            <p:cNvSpPr/>
            <p:nvPr/>
          </p:nvSpPr>
          <p:spPr>
            <a:xfrm>
              <a:off x="554296" y="3650856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8"/>
            <p:cNvSpPr/>
            <p:nvPr/>
          </p:nvSpPr>
          <p:spPr>
            <a:xfrm>
              <a:off x="570496" y="3670014"/>
              <a:ext cx="1589330" cy="1220759"/>
            </a:xfrm>
            <a:custGeom>
              <a:avLst/>
              <a:gdLst/>
              <a:ahLst/>
              <a:cxnLst/>
              <a:rect l="l" t="t" r="r" b="b"/>
              <a:pathLst>
                <a:path w="32768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67" y="25168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8"/>
            <p:cNvSpPr/>
            <p:nvPr/>
          </p:nvSpPr>
          <p:spPr>
            <a:xfrm>
              <a:off x="571999" y="3670014"/>
              <a:ext cx="1589281" cy="128338"/>
            </a:xfrm>
            <a:custGeom>
              <a:avLst/>
              <a:gdLst/>
              <a:ahLst/>
              <a:cxnLst/>
              <a:rect l="l" t="t" r="r" b="b"/>
              <a:pathLst>
                <a:path w="32767" h="2646" extrusionOk="0">
                  <a:moveTo>
                    <a:pt x="0" y="1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8"/>
            <p:cNvSpPr/>
            <p:nvPr/>
          </p:nvSpPr>
          <p:spPr>
            <a:xfrm>
              <a:off x="2049210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8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399"/>
                  </a:moveTo>
                  <a:lnTo>
                    <a:pt x="1398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8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"/>
                  </a:moveTo>
                  <a:lnTo>
                    <a:pt x="1398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8"/>
            <p:cNvSpPr/>
            <p:nvPr/>
          </p:nvSpPr>
          <p:spPr>
            <a:xfrm>
              <a:off x="1923926" y="3687718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8"/>
            <p:cNvSpPr/>
            <p:nvPr/>
          </p:nvSpPr>
          <p:spPr>
            <a:xfrm>
              <a:off x="1943085" y="3706876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8"/>
            <p:cNvSpPr/>
            <p:nvPr/>
          </p:nvSpPr>
          <p:spPr>
            <a:xfrm>
              <a:off x="1943085" y="3720166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8"/>
            <p:cNvSpPr/>
            <p:nvPr/>
          </p:nvSpPr>
          <p:spPr>
            <a:xfrm>
              <a:off x="1798594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8"/>
            <p:cNvSpPr/>
            <p:nvPr/>
          </p:nvSpPr>
          <p:spPr>
            <a:xfrm>
              <a:off x="1814794" y="376289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8"/>
            <p:cNvSpPr/>
            <p:nvPr/>
          </p:nvSpPr>
          <p:spPr>
            <a:xfrm>
              <a:off x="939071" y="451182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8"/>
            <p:cNvSpPr/>
            <p:nvPr/>
          </p:nvSpPr>
          <p:spPr>
            <a:xfrm>
              <a:off x="956774" y="452802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0" y="1"/>
                  </a:moveTo>
                  <a:lnTo>
                    <a:pt x="16900" y="4287"/>
                  </a:lnTo>
                  <a:lnTo>
                    <a:pt x="0" y="428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8" name="Google Shape;1948;p48"/>
          <p:cNvGrpSpPr/>
          <p:nvPr/>
        </p:nvGrpSpPr>
        <p:grpSpPr>
          <a:xfrm rot="5091165" flipH="1">
            <a:off x="560915" y="2395793"/>
            <a:ext cx="573921" cy="945590"/>
            <a:chOff x="1279175" y="2762450"/>
            <a:chExt cx="644426" cy="1061755"/>
          </a:xfrm>
        </p:grpSpPr>
        <p:sp>
          <p:nvSpPr>
            <p:cNvPr id="1949" name="Google Shape;1949;p48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8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1" name="Google Shape;1951;p48"/>
          <p:cNvSpPr/>
          <p:nvPr/>
        </p:nvSpPr>
        <p:spPr>
          <a:xfrm>
            <a:off x="6545988" y="2920563"/>
            <a:ext cx="1190616" cy="29327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1" u="sng" dirty="0">
                <a:solidFill>
                  <a:schemeClr val="dk1"/>
                </a:solidFill>
                <a:latin typeface="Algerian" pitchFamily="82" charset="0"/>
                <a:cs typeface="Times New Roman" pitchFamily="18" charset="0"/>
              </a:rPr>
              <a:t>Output</a:t>
            </a:r>
            <a:endParaRPr b="1" i="0" u="sng" dirty="0">
              <a:ln>
                <a:noFill/>
              </a:ln>
              <a:solidFill>
                <a:schemeClr val="dk1"/>
              </a:solidFill>
              <a:latin typeface="Algerian" pitchFamily="82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62" b="23768"/>
          <a:stretch/>
        </p:blipFill>
        <p:spPr bwMode="auto">
          <a:xfrm>
            <a:off x="879546" y="1065724"/>
            <a:ext cx="4713857" cy="3263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0469209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1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Program 4:</a:t>
            </a:r>
            <a:endParaRPr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566" name="Google Shape;1566;p41"/>
          <p:cNvSpPr txBox="1">
            <a:spLocks noGrp="1"/>
          </p:cNvSpPr>
          <p:nvPr>
            <p:ph type="subTitle" idx="1"/>
          </p:nvPr>
        </p:nvSpPr>
        <p:spPr>
          <a:xfrm>
            <a:off x="971551" y="2564421"/>
            <a:ext cx="6543674" cy="7598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itchFamily="18" charset="0"/>
                <a:cs typeface="Times New Roman" pitchFamily="18" charset="0"/>
              </a:rPr>
              <a:t>Write a program in C++ for DDA circle drawing Algorithm.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84" name="Google Shape;1584;p41"/>
          <p:cNvGrpSpPr/>
          <p:nvPr/>
        </p:nvGrpSpPr>
        <p:grpSpPr>
          <a:xfrm rot="-2113278">
            <a:off x="8169449" y="3074501"/>
            <a:ext cx="573880" cy="945523"/>
            <a:chOff x="1279175" y="2762450"/>
            <a:chExt cx="644426" cy="1061755"/>
          </a:xfrm>
        </p:grpSpPr>
        <p:sp>
          <p:nvSpPr>
            <p:cNvPr id="1585" name="Google Shape;1585;p41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84359639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673881" y="1407212"/>
            <a:ext cx="356544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graphics.h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iostream.h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math.h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dos.h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conio.h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x1,y1,x2,y2,startx,starty,epsilon;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i,gd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DETECT,gm,val,r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initgraph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(&amp;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,&amp;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gm,"C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:\\TC\\BGI");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&lt;&lt;"Enter the radius of a circle :";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419600" y="1358105"/>
            <a:ext cx="1" cy="32994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483888" y="1358105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&gt;&gt;r;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x1=0;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y1=r;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startx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x1;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starty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y1;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pow(2,i);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}while(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&lt;r);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epsilon = 1/pow(2,i-1);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186722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p60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Code</a:t>
            </a:r>
            <a:endParaRPr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2443" name="Google Shape;2443;p60"/>
          <p:cNvSpPr/>
          <p:nvPr/>
        </p:nvSpPr>
        <p:spPr>
          <a:xfrm>
            <a:off x="7642963" y="3858323"/>
            <a:ext cx="726300" cy="726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447" name="Google Shape;2447;p60"/>
          <p:cNvSpPr/>
          <p:nvPr/>
        </p:nvSpPr>
        <p:spPr>
          <a:xfrm>
            <a:off x="7823240" y="4038596"/>
            <a:ext cx="365746" cy="365753"/>
          </a:xfrm>
          <a:custGeom>
            <a:avLst/>
            <a:gdLst/>
            <a:ahLst/>
            <a:cxnLst/>
            <a:rect l="l" t="t" r="r" b="b"/>
            <a:pathLst>
              <a:path w="11348" h="11300" extrusionOk="0">
                <a:moveTo>
                  <a:pt x="7752" y="846"/>
                </a:moveTo>
                <a:cubicBezTo>
                  <a:pt x="7978" y="846"/>
                  <a:pt x="8133" y="1025"/>
                  <a:pt x="8133" y="1239"/>
                </a:cubicBezTo>
                <a:lnTo>
                  <a:pt x="8133" y="4001"/>
                </a:lnTo>
                <a:lnTo>
                  <a:pt x="4252" y="4001"/>
                </a:lnTo>
                <a:cubicBezTo>
                  <a:pt x="3763" y="4001"/>
                  <a:pt x="3359" y="4406"/>
                  <a:pt x="3359" y="4894"/>
                </a:cubicBezTo>
                <a:lnTo>
                  <a:pt x="3359" y="4990"/>
                </a:lnTo>
                <a:lnTo>
                  <a:pt x="1168" y="4990"/>
                </a:lnTo>
                <a:lnTo>
                  <a:pt x="1168" y="5001"/>
                </a:lnTo>
                <a:cubicBezTo>
                  <a:pt x="942" y="5001"/>
                  <a:pt x="787" y="4823"/>
                  <a:pt x="787" y="4609"/>
                </a:cubicBezTo>
                <a:lnTo>
                  <a:pt x="787" y="1239"/>
                </a:lnTo>
                <a:cubicBezTo>
                  <a:pt x="787" y="1013"/>
                  <a:pt x="965" y="846"/>
                  <a:pt x="1168" y="846"/>
                </a:cubicBezTo>
                <a:close/>
                <a:moveTo>
                  <a:pt x="3370" y="6621"/>
                </a:moveTo>
                <a:lnTo>
                  <a:pt x="3370" y="6978"/>
                </a:lnTo>
                <a:lnTo>
                  <a:pt x="3180" y="6978"/>
                </a:lnTo>
                <a:lnTo>
                  <a:pt x="3370" y="6621"/>
                </a:lnTo>
                <a:close/>
                <a:moveTo>
                  <a:pt x="3382" y="7335"/>
                </a:moveTo>
                <a:lnTo>
                  <a:pt x="3382" y="7490"/>
                </a:lnTo>
                <a:lnTo>
                  <a:pt x="2644" y="7490"/>
                </a:lnTo>
                <a:cubicBezTo>
                  <a:pt x="2597" y="7490"/>
                  <a:pt x="2573" y="7454"/>
                  <a:pt x="2573" y="7407"/>
                </a:cubicBezTo>
                <a:cubicBezTo>
                  <a:pt x="2573" y="7383"/>
                  <a:pt x="2585" y="7371"/>
                  <a:pt x="2597" y="7347"/>
                </a:cubicBezTo>
                <a:cubicBezTo>
                  <a:pt x="2620" y="7335"/>
                  <a:pt x="2632" y="7335"/>
                  <a:pt x="2656" y="7335"/>
                </a:cubicBezTo>
                <a:close/>
                <a:moveTo>
                  <a:pt x="8966" y="8276"/>
                </a:moveTo>
                <a:cubicBezTo>
                  <a:pt x="9062" y="8276"/>
                  <a:pt x="9133" y="8347"/>
                  <a:pt x="9133" y="8442"/>
                </a:cubicBezTo>
                <a:lnTo>
                  <a:pt x="9133" y="8573"/>
                </a:lnTo>
                <a:cubicBezTo>
                  <a:pt x="9109" y="8573"/>
                  <a:pt x="9074" y="8561"/>
                  <a:pt x="9038" y="8561"/>
                </a:cubicBezTo>
                <a:lnTo>
                  <a:pt x="7454" y="8561"/>
                </a:lnTo>
                <a:cubicBezTo>
                  <a:pt x="7419" y="8561"/>
                  <a:pt x="7395" y="8561"/>
                  <a:pt x="7359" y="8573"/>
                </a:cubicBezTo>
                <a:lnTo>
                  <a:pt x="7359" y="8442"/>
                </a:lnTo>
                <a:cubicBezTo>
                  <a:pt x="7359" y="8347"/>
                  <a:pt x="7430" y="8276"/>
                  <a:pt x="7526" y="8276"/>
                </a:cubicBezTo>
                <a:close/>
                <a:moveTo>
                  <a:pt x="9883" y="4347"/>
                </a:moveTo>
                <a:cubicBezTo>
                  <a:pt x="10193" y="4347"/>
                  <a:pt x="10443" y="4597"/>
                  <a:pt x="10443" y="4906"/>
                </a:cubicBezTo>
                <a:lnTo>
                  <a:pt x="10443" y="9276"/>
                </a:lnTo>
                <a:lnTo>
                  <a:pt x="9478" y="9276"/>
                </a:lnTo>
                <a:lnTo>
                  <a:pt x="9478" y="9109"/>
                </a:lnTo>
                <a:lnTo>
                  <a:pt x="9764" y="9109"/>
                </a:lnTo>
                <a:cubicBezTo>
                  <a:pt x="10038" y="9109"/>
                  <a:pt x="10264" y="8883"/>
                  <a:pt x="10264" y="8597"/>
                </a:cubicBezTo>
                <a:lnTo>
                  <a:pt x="10264" y="5942"/>
                </a:lnTo>
                <a:cubicBezTo>
                  <a:pt x="10264" y="5847"/>
                  <a:pt x="10193" y="5775"/>
                  <a:pt x="10097" y="5775"/>
                </a:cubicBezTo>
                <a:cubicBezTo>
                  <a:pt x="10014" y="5775"/>
                  <a:pt x="9931" y="5847"/>
                  <a:pt x="9931" y="5942"/>
                </a:cubicBezTo>
                <a:lnTo>
                  <a:pt x="9931" y="8585"/>
                </a:lnTo>
                <a:cubicBezTo>
                  <a:pt x="9931" y="8680"/>
                  <a:pt x="9859" y="8752"/>
                  <a:pt x="9764" y="8752"/>
                </a:cubicBezTo>
                <a:lnTo>
                  <a:pt x="9478" y="8752"/>
                </a:lnTo>
                <a:lnTo>
                  <a:pt x="9478" y="8419"/>
                </a:lnTo>
                <a:cubicBezTo>
                  <a:pt x="9478" y="8157"/>
                  <a:pt x="9252" y="7918"/>
                  <a:pt x="8966" y="7918"/>
                </a:cubicBezTo>
                <a:lnTo>
                  <a:pt x="7526" y="7918"/>
                </a:lnTo>
                <a:cubicBezTo>
                  <a:pt x="7264" y="7918"/>
                  <a:pt x="7026" y="8145"/>
                  <a:pt x="7026" y="8419"/>
                </a:cubicBezTo>
                <a:lnTo>
                  <a:pt x="7026" y="8752"/>
                </a:lnTo>
                <a:lnTo>
                  <a:pt x="4382" y="8752"/>
                </a:lnTo>
                <a:cubicBezTo>
                  <a:pt x="4299" y="8752"/>
                  <a:pt x="4204" y="8680"/>
                  <a:pt x="4204" y="8585"/>
                </a:cubicBezTo>
                <a:lnTo>
                  <a:pt x="4204" y="5121"/>
                </a:lnTo>
                <a:cubicBezTo>
                  <a:pt x="4204" y="5025"/>
                  <a:pt x="4287" y="4942"/>
                  <a:pt x="4382" y="4942"/>
                </a:cubicBezTo>
                <a:lnTo>
                  <a:pt x="9740" y="4942"/>
                </a:lnTo>
                <a:cubicBezTo>
                  <a:pt x="9836" y="4942"/>
                  <a:pt x="9919" y="5013"/>
                  <a:pt x="9919" y="5121"/>
                </a:cubicBezTo>
                <a:lnTo>
                  <a:pt x="9919" y="5251"/>
                </a:lnTo>
                <a:cubicBezTo>
                  <a:pt x="9919" y="5347"/>
                  <a:pt x="10002" y="5418"/>
                  <a:pt x="10086" y="5418"/>
                </a:cubicBezTo>
                <a:cubicBezTo>
                  <a:pt x="10181" y="5418"/>
                  <a:pt x="10252" y="5347"/>
                  <a:pt x="10252" y="5251"/>
                </a:cubicBezTo>
                <a:lnTo>
                  <a:pt x="10252" y="5121"/>
                </a:lnTo>
                <a:cubicBezTo>
                  <a:pt x="10252" y="4835"/>
                  <a:pt x="10026" y="4609"/>
                  <a:pt x="9740" y="4609"/>
                </a:cubicBezTo>
                <a:lnTo>
                  <a:pt x="4382" y="4609"/>
                </a:lnTo>
                <a:cubicBezTo>
                  <a:pt x="4109" y="4609"/>
                  <a:pt x="3882" y="4835"/>
                  <a:pt x="3882" y="5121"/>
                </a:cubicBezTo>
                <a:lnTo>
                  <a:pt x="3882" y="8585"/>
                </a:lnTo>
                <a:cubicBezTo>
                  <a:pt x="3882" y="8871"/>
                  <a:pt x="4109" y="9097"/>
                  <a:pt x="4382" y="9097"/>
                </a:cubicBezTo>
                <a:lnTo>
                  <a:pt x="7026" y="9097"/>
                </a:lnTo>
                <a:lnTo>
                  <a:pt x="7026" y="9252"/>
                </a:lnTo>
                <a:lnTo>
                  <a:pt x="3716" y="9252"/>
                </a:lnTo>
                <a:lnTo>
                  <a:pt x="3716" y="4906"/>
                </a:lnTo>
                <a:cubicBezTo>
                  <a:pt x="3716" y="4597"/>
                  <a:pt x="3966" y="4347"/>
                  <a:pt x="4287" y="4347"/>
                </a:cubicBezTo>
                <a:close/>
                <a:moveTo>
                  <a:pt x="7038" y="9597"/>
                </a:moveTo>
                <a:lnTo>
                  <a:pt x="7038" y="10002"/>
                </a:lnTo>
                <a:lnTo>
                  <a:pt x="3549" y="10002"/>
                </a:lnTo>
                <a:cubicBezTo>
                  <a:pt x="3539" y="10003"/>
                  <a:pt x="3529" y="10004"/>
                  <a:pt x="3520" y="10004"/>
                </a:cubicBezTo>
                <a:cubicBezTo>
                  <a:pt x="3434" y="10004"/>
                  <a:pt x="3351" y="9959"/>
                  <a:pt x="3287" y="9895"/>
                </a:cubicBezTo>
                <a:cubicBezTo>
                  <a:pt x="3216" y="9823"/>
                  <a:pt x="3168" y="9716"/>
                  <a:pt x="3168" y="9609"/>
                </a:cubicBezTo>
                <a:cubicBezTo>
                  <a:pt x="3168" y="9597"/>
                  <a:pt x="3168" y="9597"/>
                  <a:pt x="3180" y="9597"/>
                </a:cubicBezTo>
                <a:close/>
                <a:moveTo>
                  <a:pt x="10990" y="9609"/>
                </a:moveTo>
                <a:lnTo>
                  <a:pt x="10990" y="9633"/>
                </a:lnTo>
                <a:cubicBezTo>
                  <a:pt x="10979" y="9835"/>
                  <a:pt x="10812" y="10014"/>
                  <a:pt x="10598" y="10014"/>
                </a:cubicBezTo>
                <a:lnTo>
                  <a:pt x="9478" y="10014"/>
                </a:lnTo>
                <a:lnTo>
                  <a:pt x="9478" y="9609"/>
                </a:lnTo>
                <a:close/>
                <a:moveTo>
                  <a:pt x="9050" y="8883"/>
                </a:moveTo>
                <a:cubicBezTo>
                  <a:pt x="9085" y="8883"/>
                  <a:pt x="9133" y="8931"/>
                  <a:pt x="9133" y="8978"/>
                </a:cubicBezTo>
                <a:lnTo>
                  <a:pt x="9133" y="10240"/>
                </a:lnTo>
                <a:cubicBezTo>
                  <a:pt x="9133" y="10288"/>
                  <a:pt x="9085" y="10324"/>
                  <a:pt x="9050" y="10324"/>
                </a:cubicBezTo>
                <a:lnTo>
                  <a:pt x="7454" y="10324"/>
                </a:lnTo>
                <a:cubicBezTo>
                  <a:pt x="7407" y="10324"/>
                  <a:pt x="7359" y="10288"/>
                  <a:pt x="7359" y="10240"/>
                </a:cubicBezTo>
                <a:lnTo>
                  <a:pt x="7359" y="10181"/>
                </a:lnTo>
                <a:lnTo>
                  <a:pt x="7359" y="8978"/>
                </a:lnTo>
                <a:cubicBezTo>
                  <a:pt x="7359" y="8931"/>
                  <a:pt x="7407" y="8883"/>
                  <a:pt x="7454" y="8883"/>
                </a:cubicBezTo>
                <a:close/>
                <a:moveTo>
                  <a:pt x="9133" y="10645"/>
                </a:moveTo>
                <a:lnTo>
                  <a:pt x="9133" y="10776"/>
                </a:lnTo>
                <a:cubicBezTo>
                  <a:pt x="9133" y="10859"/>
                  <a:pt x="9062" y="10943"/>
                  <a:pt x="8966" y="10943"/>
                </a:cubicBezTo>
                <a:lnTo>
                  <a:pt x="7526" y="10943"/>
                </a:lnTo>
                <a:cubicBezTo>
                  <a:pt x="7442" y="10943"/>
                  <a:pt x="7359" y="10859"/>
                  <a:pt x="7359" y="10776"/>
                </a:cubicBezTo>
                <a:lnTo>
                  <a:pt x="7359" y="10645"/>
                </a:lnTo>
                <a:cubicBezTo>
                  <a:pt x="7395" y="10645"/>
                  <a:pt x="7419" y="10657"/>
                  <a:pt x="7454" y="10657"/>
                </a:cubicBezTo>
                <a:lnTo>
                  <a:pt x="9050" y="10657"/>
                </a:lnTo>
                <a:cubicBezTo>
                  <a:pt x="9074" y="10657"/>
                  <a:pt x="9109" y="10657"/>
                  <a:pt x="9133" y="10645"/>
                </a:cubicBezTo>
                <a:close/>
                <a:moveTo>
                  <a:pt x="858" y="1"/>
                </a:moveTo>
                <a:cubicBezTo>
                  <a:pt x="382" y="1"/>
                  <a:pt x="1" y="382"/>
                  <a:pt x="1" y="858"/>
                </a:cubicBezTo>
                <a:lnTo>
                  <a:pt x="1" y="5561"/>
                </a:lnTo>
                <a:cubicBezTo>
                  <a:pt x="1" y="6037"/>
                  <a:pt x="382" y="6430"/>
                  <a:pt x="858" y="6430"/>
                </a:cubicBezTo>
                <a:lnTo>
                  <a:pt x="1334" y="6430"/>
                </a:lnTo>
                <a:cubicBezTo>
                  <a:pt x="1430" y="6430"/>
                  <a:pt x="1501" y="6359"/>
                  <a:pt x="1501" y="6264"/>
                </a:cubicBezTo>
                <a:cubicBezTo>
                  <a:pt x="1501" y="6180"/>
                  <a:pt x="1430" y="6097"/>
                  <a:pt x="1334" y="6097"/>
                </a:cubicBezTo>
                <a:lnTo>
                  <a:pt x="858" y="6097"/>
                </a:lnTo>
                <a:cubicBezTo>
                  <a:pt x="572" y="6097"/>
                  <a:pt x="334" y="5859"/>
                  <a:pt x="334" y="5585"/>
                </a:cubicBezTo>
                <a:lnTo>
                  <a:pt x="334" y="882"/>
                </a:lnTo>
                <a:cubicBezTo>
                  <a:pt x="334" y="596"/>
                  <a:pt x="572" y="358"/>
                  <a:pt x="858" y="358"/>
                </a:cubicBezTo>
                <a:lnTo>
                  <a:pt x="8062" y="358"/>
                </a:lnTo>
                <a:cubicBezTo>
                  <a:pt x="8347" y="358"/>
                  <a:pt x="8585" y="596"/>
                  <a:pt x="8585" y="882"/>
                </a:cubicBezTo>
                <a:lnTo>
                  <a:pt x="8585" y="4001"/>
                </a:lnTo>
                <a:lnTo>
                  <a:pt x="8478" y="4001"/>
                </a:lnTo>
                <a:lnTo>
                  <a:pt x="8478" y="1215"/>
                </a:lnTo>
                <a:cubicBezTo>
                  <a:pt x="8478" y="822"/>
                  <a:pt x="8157" y="489"/>
                  <a:pt x="7752" y="489"/>
                </a:cubicBezTo>
                <a:lnTo>
                  <a:pt x="1168" y="489"/>
                </a:lnTo>
                <a:cubicBezTo>
                  <a:pt x="775" y="489"/>
                  <a:pt x="442" y="822"/>
                  <a:pt x="442" y="1215"/>
                </a:cubicBezTo>
                <a:lnTo>
                  <a:pt x="442" y="4597"/>
                </a:lnTo>
                <a:cubicBezTo>
                  <a:pt x="442" y="5001"/>
                  <a:pt x="775" y="5323"/>
                  <a:pt x="1168" y="5323"/>
                </a:cubicBezTo>
                <a:lnTo>
                  <a:pt x="3370" y="5323"/>
                </a:lnTo>
                <a:lnTo>
                  <a:pt x="3370" y="6085"/>
                </a:lnTo>
                <a:lnTo>
                  <a:pt x="2001" y="6085"/>
                </a:lnTo>
                <a:cubicBezTo>
                  <a:pt x="1918" y="6085"/>
                  <a:pt x="1846" y="6156"/>
                  <a:pt x="1846" y="6252"/>
                </a:cubicBezTo>
                <a:cubicBezTo>
                  <a:pt x="1846" y="6335"/>
                  <a:pt x="1918" y="6418"/>
                  <a:pt x="2001" y="6418"/>
                </a:cubicBezTo>
                <a:lnTo>
                  <a:pt x="3109" y="6418"/>
                </a:lnTo>
                <a:lnTo>
                  <a:pt x="2811" y="6978"/>
                </a:lnTo>
                <a:lnTo>
                  <a:pt x="2656" y="6978"/>
                </a:lnTo>
                <a:cubicBezTo>
                  <a:pt x="2561" y="6978"/>
                  <a:pt x="2454" y="7026"/>
                  <a:pt x="2358" y="7097"/>
                </a:cubicBezTo>
                <a:cubicBezTo>
                  <a:pt x="2287" y="7168"/>
                  <a:pt x="2239" y="7276"/>
                  <a:pt x="2239" y="7395"/>
                </a:cubicBezTo>
                <a:cubicBezTo>
                  <a:pt x="2239" y="7621"/>
                  <a:pt x="2418" y="7811"/>
                  <a:pt x="2656" y="7811"/>
                </a:cubicBezTo>
                <a:lnTo>
                  <a:pt x="3394" y="7811"/>
                </a:lnTo>
                <a:lnTo>
                  <a:pt x="3394" y="9276"/>
                </a:lnTo>
                <a:lnTo>
                  <a:pt x="3192" y="9276"/>
                </a:lnTo>
                <a:cubicBezTo>
                  <a:pt x="3001" y="9276"/>
                  <a:pt x="2835" y="9431"/>
                  <a:pt x="2835" y="9633"/>
                </a:cubicBezTo>
                <a:cubicBezTo>
                  <a:pt x="2835" y="9823"/>
                  <a:pt x="2918" y="10002"/>
                  <a:pt x="3049" y="10145"/>
                </a:cubicBezTo>
                <a:cubicBezTo>
                  <a:pt x="3180" y="10288"/>
                  <a:pt x="3370" y="10359"/>
                  <a:pt x="3573" y="10359"/>
                </a:cubicBezTo>
                <a:lnTo>
                  <a:pt x="7049" y="10359"/>
                </a:lnTo>
                <a:lnTo>
                  <a:pt x="7049" y="10788"/>
                </a:lnTo>
                <a:cubicBezTo>
                  <a:pt x="7049" y="11062"/>
                  <a:pt x="7276" y="11300"/>
                  <a:pt x="7550" y="11300"/>
                </a:cubicBezTo>
                <a:lnTo>
                  <a:pt x="9002" y="11300"/>
                </a:lnTo>
                <a:cubicBezTo>
                  <a:pt x="9264" y="11300"/>
                  <a:pt x="9502" y="11074"/>
                  <a:pt x="9502" y="10788"/>
                </a:cubicBezTo>
                <a:lnTo>
                  <a:pt x="9502" y="10359"/>
                </a:lnTo>
                <a:lnTo>
                  <a:pt x="10621" y="10359"/>
                </a:lnTo>
                <a:cubicBezTo>
                  <a:pt x="11026" y="10359"/>
                  <a:pt x="11348" y="10026"/>
                  <a:pt x="11348" y="9633"/>
                </a:cubicBezTo>
                <a:cubicBezTo>
                  <a:pt x="11324" y="9526"/>
                  <a:pt x="11276" y="9431"/>
                  <a:pt x="11217" y="9371"/>
                </a:cubicBezTo>
                <a:cubicBezTo>
                  <a:pt x="11157" y="9312"/>
                  <a:pt x="11074" y="9276"/>
                  <a:pt x="10967" y="9276"/>
                </a:cubicBezTo>
                <a:lnTo>
                  <a:pt x="10776" y="9276"/>
                </a:lnTo>
                <a:lnTo>
                  <a:pt x="10776" y="4906"/>
                </a:lnTo>
                <a:cubicBezTo>
                  <a:pt x="10776" y="4418"/>
                  <a:pt x="10371" y="4013"/>
                  <a:pt x="9883" y="4013"/>
                </a:cubicBezTo>
                <a:lnTo>
                  <a:pt x="8931" y="4013"/>
                </a:lnTo>
                <a:lnTo>
                  <a:pt x="8931" y="858"/>
                </a:lnTo>
                <a:cubicBezTo>
                  <a:pt x="8931" y="382"/>
                  <a:pt x="8538" y="1"/>
                  <a:pt x="806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462" name="Google Shape;2462;p60"/>
          <p:cNvGrpSpPr/>
          <p:nvPr/>
        </p:nvGrpSpPr>
        <p:grpSpPr>
          <a:xfrm rot="-1964230">
            <a:off x="6124073" y="4301555"/>
            <a:ext cx="573897" cy="945552"/>
            <a:chOff x="1279175" y="2762450"/>
            <a:chExt cx="644426" cy="1061755"/>
          </a:xfrm>
        </p:grpSpPr>
        <p:sp>
          <p:nvSpPr>
            <p:cNvPr id="2463" name="Google Shape;2463;p6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464" name="Google Shape;2464;p6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9" name="Rectangle 8"/>
          <p:cNvSpPr/>
          <p:nvPr/>
        </p:nvSpPr>
        <p:spPr>
          <a:xfrm>
            <a:off x="733425" y="1434305"/>
            <a:ext cx="7362825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{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x2= x1 + y1*epsilon;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y2 = y1 - epsilon*x2;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putpixel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(200+x2,200+y2,15);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x1=x2;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y1=y2;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delay(50);   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while( (y1 -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starty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&lt; epsilon || 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startx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x1) &gt; epsilon);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getch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79103298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p48"/>
          <p:cNvGrpSpPr/>
          <p:nvPr/>
        </p:nvGrpSpPr>
        <p:grpSpPr>
          <a:xfrm>
            <a:off x="5743681" y="2072061"/>
            <a:ext cx="2479925" cy="1990277"/>
            <a:chOff x="334625" y="3431187"/>
            <a:chExt cx="1844359" cy="1480200"/>
          </a:xfrm>
        </p:grpSpPr>
        <p:sp>
          <p:nvSpPr>
            <p:cNvPr id="1855" name="Google Shape;1855;p48"/>
            <p:cNvSpPr/>
            <p:nvPr/>
          </p:nvSpPr>
          <p:spPr>
            <a:xfrm>
              <a:off x="334625" y="3431187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56" name="Google Shape;1856;p48"/>
            <p:cNvSpPr/>
            <p:nvPr/>
          </p:nvSpPr>
          <p:spPr>
            <a:xfrm>
              <a:off x="353784" y="3450345"/>
              <a:ext cx="1587826" cy="1222214"/>
            </a:xfrm>
            <a:custGeom>
              <a:avLst/>
              <a:gdLst/>
              <a:ahLst/>
              <a:cxnLst/>
              <a:rect l="l" t="t" r="r" b="b"/>
              <a:pathLst>
                <a:path w="32737" h="25199" extrusionOk="0">
                  <a:moveTo>
                    <a:pt x="1" y="1"/>
                  </a:moveTo>
                  <a:lnTo>
                    <a:pt x="1" y="25199"/>
                  </a:lnTo>
                  <a:lnTo>
                    <a:pt x="32737" y="25199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57" name="Google Shape;1857;p48"/>
            <p:cNvSpPr/>
            <p:nvPr/>
          </p:nvSpPr>
          <p:spPr>
            <a:xfrm>
              <a:off x="353784" y="3450345"/>
              <a:ext cx="1587826" cy="128338"/>
            </a:xfrm>
            <a:custGeom>
              <a:avLst/>
              <a:gdLst/>
              <a:ahLst/>
              <a:cxnLst/>
              <a:rect l="l" t="t" r="r" b="b"/>
              <a:pathLst>
                <a:path w="32737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2737" y="2645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58" name="Google Shape;1858;p48"/>
            <p:cNvSpPr/>
            <p:nvPr/>
          </p:nvSpPr>
          <p:spPr>
            <a:xfrm>
              <a:off x="1829539" y="3468049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59" name="Google Shape;1859;p48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1398"/>
                  </a:moveTo>
                  <a:lnTo>
                    <a:pt x="139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0" name="Google Shape;1860;p48"/>
            <p:cNvSpPr/>
            <p:nvPr/>
          </p:nvSpPr>
          <p:spPr>
            <a:xfrm>
              <a:off x="1844284" y="3481339"/>
              <a:ext cx="67855" cy="67855"/>
            </a:xfrm>
            <a:custGeom>
              <a:avLst/>
              <a:gdLst/>
              <a:ahLst/>
              <a:cxnLst/>
              <a:rect l="l" t="t" r="r" b="b"/>
              <a:pathLst>
                <a:path w="1399" h="1399" fill="none" extrusionOk="0">
                  <a:moveTo>
                    <a:pt x="1" y="0"/>
                  </a:moveTo>
                  <a:lnTo>
                    <a:pt x="139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1" name="Google Shape;1861;p48"/>
            <p:cNvSpPr/>
            <p:nvPr/>
          </p:nvSpPr>
          <p:spPr>
            <a:xfrm>
              <a:off x="1705711" y="3468049"/>
              <a:ext cx="94386" cy="94386"/>
            </a:xfrm>
            <a:custGeom>
              <a:avLst/>
              <a:gdLst/>
              <a:ahLst/>
              <a:cxnLst/>
              <a:rect l="l" t="t" r="r" b="b"/>
              <a:pathLst>
                <a:path w="194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2" name="Google Shape;1862;p48"/>
            <p:cNvSpPr/>
            <p:nvPr/>
          </p:nvSpPr>
          <p:spPr>
            <a:xfrm>
              <a:off x="1724869" y="3487207"/>
              <a:ext cx="56069" cy="56069"/>
            </a:xfrm>
            <a:custGeom>
              <a:avLst/>
              <a:gdLst/>
              <a:ahLst/>
              <a:cxnLst/>
              <a:rect l="l" t="t" r="r" b="b"/>
              <a:pathLst>
                <a:path w="1156" h="1156" fill="none" extrusionOk="0">
                  <a:moveTo>
                    <a:pt x="1" y="1"/>
                  </a:moveTo>
                  <a:lnTo>
                    <a:pt x="1156" y="1"/>
                  </a:lnTo>
                  <a:lnTo>
                    <a:pt x="1156" y="1156"/>
                  </a:lnTo>
                  <a:lnTo>
                    <a:pt x="1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3" name="Google Shape;1863;p48"/>
            <p:cNvSpPr/>
            <p:nvPr/>
          </p:nvSpPr>
          <p:spPr>
            <a:xfrm>
              <a:off x="1580379" y="3468049"/>
              <a:ext cx="94434" cy="94386"/>
            </a:xfrm>
            <a:custGeom>
              <a:avLst/>
              <a:gdLst/>
              <a:ahLst/>
              <a:cxnLst/>
              <a:rect l="l" t="t" r="r" b="b"/>
              <a:pathLst>
                <a:path w="1947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46" y="1946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4" name="Google Shape;1864;p48"/>
            <p:cNvSpPr/>
            <p:nvPr/>
          </p:nvSpPr>
          <p:spPr>
            <a:xfrm>
              <a:off x="1595124" y="3544732"/>
              <a:ext cx="64945" cy="49"/>
            </a:xfrm>
            <a:custGeom>
              <a:avLst/>
              <a:gdLst/>
              <a:ahLst/>
              <a:cxnLst/>
              <a:rect l="l" t="t" r="r" b="b"/>
              <a:pathLst>
                <a:path w="1339" h="1" fill="none" extrusionOk="0">
                  <a:moveTo>
                    <a:pt x="1" y="0"/>
                  </a:moveTo>
                  <a:lnTo>
                    <a:pt x="1338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5" name="Google Shape;1865;p48"/>
            <p:cNvSpPr/>
            <p:nvPr/>
          </p:nvSpPr>
          <p:spPr>
            <a:xfrm>
              <a:off x="719400" y="4293614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6"/>
                  </a:lnTo>
                  <a:lnTo>
                    <a:pt x="1" y="4986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6" name="Google Shape;1866;p48"/>
            <p:cNvSpPr/>
            <p:nvPr/>
          </p:nvSpPr>
          <p:spPr>
            <a:xfrm>
              <a:off x="738559" y="431131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1" y="1"/>
                  </a:moveTo>
                  <a:lnTo>
                    <a:pt x="16901" y="4287"/>
                  </a:lnTo>
                  <a:lnTo>
                    <a:pt x="1" y="4287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7" name="Google Shape;1867;p48"/>
            <p:cNvSpPr/>
            <p:nvPr/>
          </p:nvSpPr>
          <p:spPr>
            <a:xfrm>
              <a:off x="630979" y="3709835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3" y="2432"/>
                  </a:lnTo>
                  <a:lnTo>
                    <a:pt x="1733" y="517"/>
                  </a:lnTo>
                  <a:close/>
                  <a:moveTo>
                    <a:pt x="1429" y="0"/>
                  </a:moveTo>
                  <a:lnTo>
                    <a:pt x="0" y="3830"/>
                  </a:lnTo>
                  <a:lnTo>
                    <a:pt x="517" y="3830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8" y="3830"/>
                  </a:lnTo>
                  <a:lnTo>
                    <a:pt x="3465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8" name="Google Shape;1868;p48"/>
            <p:cNvSpPr/>
            <p:nvPr/>
          </p:nvSpPr>
          <p:spPr>
            <a:xfrm>
              <a:off x="827028" y="3709835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7" y="1794"/>
                  </a:lnTo>
                  <a:lnTo>
                    <a:pt x="517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7" y="3830"/>
                  </a:lnTo>
                  <a:lnTo>
                    <a:pt x="517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2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97"/>
                  </a:lnTo>
                  <a:cubicBezTo>
                    <a:pt x="2341" y="2584"/>
                    <a:pt x="2220" y="2402"/>
                    <a:pt x="2128" y="2280"/>
                  </a:cubicBezTo>
                  <a:cubicBezTo>
                    <a:pt x="2007" y="2158"/>
                    <a:pt x="1916" y="2067"/>
                    <a:pt x="1794" y="2037"/>
                  </a:cubicBezTo>
                  <a:cubicBezTo>
                    <a:pt x="2007" y="1976"/>
                    <a:pt x="2159" y="1854"/>
                    <a:pt x="2280" y="1702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6"/>
                    <a:pt x="2128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69" name="Google Shape;1869;p48"/>
            <p:cNvSpPr/>
            <p:nvPr/>
          </p:nvSpPr>
          <p:spPr>
            <a:xfrm>
              <a:off x="1002464" y="3709835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405"/>
                  </a:lnTo>
                  <a:lnTo>
                    <a:pt x="517" y="3405"/>
                  </a:lnTo>
                  <a:lnTo>
                    <a:pt x="517" y="2006"/>
                  </a:lnTo>
                  <a:lnTo>
                    <a:pt x="2341" y="2006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0" name="Google Shape;1870;p48"/>
            <p:cNvSpPr/>
            <p:nvPr/>
          </p:nvSpPr>
          <p:spPr>
            <a:xfrm>
              <a:off x="1217721" y="3709835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8" y="2006"/>
                  </a:lnTo>
                  <a:lnTo>
                    <a:pt x="1368" y="3830"/>
                  </a:lnTo>
                  <a:lnTo>
                    <a:pt x="1885" y="3830"/>
                  </a:lnTo>
                  <a:lnTo>
                    <a:pt x="1885" y="2006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1" name="Google Shape;1871;p48"/>
            <p:cNvSpPr/>
            <p:nvPr/>
          </p:nvSpPr>
          <p:spPr>
            <a:xfrm>
              <a:off x="1373998" y="3706876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63" y="426"/>
                  </a:moveTo>
                  <a:cubicBezTo>
                    <a:pt x="2128" y="426"/>
                    <a:pt x="2432" y="578"/>
                    <a:pt x="2645" y="852"/>
                  </a:cubicBezTo>
                  <a:cubicBezTo>
                    <a:pt x="2888" y="1125"/>
                    <a:pt x="2979" y="1490"/>
                    <a:pt x="2979" y="1976"/>
                  </a:cubicBezTo>
                  <a:cubicBezTo>
                    <a:pt x="2979" y="2463"/>
                    <a:pt x="2888" y="2858"/>
                    <a:pt x="2645" y="3131"/>
                  </a:cubicBezTo>
                  <a:cubicBezTo>
                    <a:pt x="2432" y="3405"/>
                    <a:pt x="2128" y="3526"/>
                    <a:pt x="1763" y="3526"/>
                  </a:cubicBezTo>
                  <a:cubicBezTo>
                    <a:pt x="1399" y="3526"/>
                    <a:pt x="1095" y="3405"/>
                    <a:pt x="882" y="3131"/>
                  </a:cubicBezTo>
                  <a:cubicBezTo>
                    <a:pt x="639" y="2858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78"/>
                    <a:pt x="1399" y="426"/>
                    <a:pt x="1763" y="426"/>
                  </a:cubicBezTo>
                  <a:close/>
                  <a:moveTo>
                    <a:pt x="1763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2" y="912"/>
                    <a:pt x="0" y="1368"/>
                    <a:pt x="0" y="1976"/>
                  </a:cubicBezTo>
                  <a:cubicBezTo>
                    <a:pt x="0" y="2584"/>
                    <a:pt x="152" y="3070"/>
                    <a:pt x="487" y="3435"/>
                  </a:cubicBezTo>
                  <a:cubicBezTo>
                    <a:pt x="791" y="3770"/>
                    <a:pt x="1216" y="3952"/>
                    <a:pt x="1763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4" y="3070"/>
                    <a:pt x="3526" y="2584"/>
                    <a:pt x="3526" y="1976"/>
                  </a:cubicBezTo>
                  <a:cubicBezTo>
                    <a:pt x="3526" y="1368"/>
                    <a:pt x="3374" y="912"/>
                    <a:pt x="3040" y="548"/>
                  </a:cubicBezTo>
                  <a:cubicBezTo>
                    <a:pt x="2736" y="183"/>
                    <a:pt x="2311" y="1"/>
                    <a:pt x="1763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2" name="Google Shape;1872;p48"/>
            <p:cNvSpPr/>
            <p:nvPr/>
          </p:nvSpPr>
          <p:spPr>
            <a:xfrm>
              <a:off x="1581882" y="3709835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69"/>
                    <a:pt x="973" y="3891"/>
                    <a:pt x="1459" y="3891"/>
                  </a:cubicBezTo>
                  <a:cubicBezTo>
                    <a:pt x="1915" y="3891"/>
                    <a:pt x="2280" y="3769"/>
                    <a:pt x="2523" y="3526"/>
                  </a:cubicBezTo>
                  <a:cubicBezTo>
                    <a:pt x="2797" y="3253"/>
                    <a:pt x="2918" y="2888"/>
                    <a:pt x="2918" y="2402"/>
                  </a:cubicBezTo>
                  <a:lnTo>
                    <a:pt x="2918" y="0"/>
                  </a:lnTo>
                  <a:lnTo>
                    <a:pt x="2402" y="0"/>
                  </a:lnTo>
                  <a:lnTo>
                    <a:pt x="2402" y="2341"/>
                  </a:lnTo>
                  <a:cubicBezTo>
                    <a:pt x="2402" y="2736"/>
                    <a:pt x="2310" y="3040"/>
                    <a:pt x="2158" y="3222"/>
                  </a:cubicBezTo>
                  <a:cubicBezTo>
                    <a:pt x="2006" y="3405"/>
                    <a:pt x="1794" y="3465"/>
                    <a:pt x="1459" y="3465"/>
                  </a:cubicBezTo>
                  <a:cubicBezTo>
                    <a:pt x="1125" y="3465"/>
                    <a:pt x="882" y="3405"/>
                    <a:pt x="730" y="3222"/>
                  </a:cubicBezTo>
                  <a:cubicBezTo>
                    <a:pt x="578" y="3040"/>
                    <a:pt x="517" y="2736"/>
                    <a:pt x="517" y="234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3" name="Google Shape;1873;p48"/>
            <p:cNvSpPr/>
            <p:nvPr/>
          </p:nvSpPr>
          <p:spPr>
            <a:xfrm>
              <a:off x="719400" y="3945704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429" y="426"/>
                    <a:pt x="1612" y="487"/>
                    <a:pt x="1733" y="609"/>
                  </a:cubicBezTo>
                  <a:cubicBezTo>
                    <a:pt x="1855" y="730"/>
                    <a:pt x="1916" y="882"/>
                    <a:pt x="1916" y="1125"/>
                  </a:cubicBezTo>
                  <a:cubicBezTo>
                    <a:pt x="1916" y="1338"/>
                    <a:pt x="1855" y="1490"/>
                    <a:pt x="1733" y="1612"/>
                  </a:cubicBezTo>
                  <a:cubicBezTo>
                    <a:pt x="1612" y="1733"/>
                    <a:pt x="142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80" y="3830"/>
                  </a:lnTo>
                  <a:lnTo>
                    <a:pt x="2432" y="2797"/>
                  </a:lnTo>
                  <a:cubicBezTo>
                    <a:pt x="2341" y="2584"/>
                    <a:pt x="2250" y="2402"/>
                    <a:pt x="2128" y="2280"/>
                  </a:cubicBezTo>
                  <a:cubicBezTo>
                    <a:pt x="2037" y="2159"/>
                    <a:pt x="1916" y="2068"/>
                    <a:pt x="1825" y="2037"/>
                  </a:cubicBezTo>
                  <a:cubicBezTo>
                    <a:pt x="2037" y="1976"/>
                    <a:pt x="2189" y="1855"/>
                    <a:pt x="2280" y="1703"/>
                  </a:cubicBezTo>
                  <a:cubicBezTo>
                    <a:pt x="2402" y="1551"/>
                    <a:pt x="2463" y="1338"/>
                    <a:pt x="2463" y="1125"/>
                  </a:cubicBezTo>
                  <a:cubicBezTo>
                    <a:pt x="2463" y="730"/>
                    <a:pt x="2341" y="457"/>
                    <a:pt x="2128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4" name="Google Shape;1874;p48"/>
            <p:cNvSpPr/>
            <p:nvPr/>
          </p:nvSpPr>
          <p:spPr>
            <a:xfrm>
              <a:off x="896339" y="3945704"/>
              <a:ext cx="117958" cy="185813"/>
            </a:xfrm>
            <a:custGeom>
              <a:avLst/>
              <a:gdLst/>
              <a:ahLst/>
              <a:cxnLst/>
              <a:rect l="l" t="t" r="r" b="b"/>
              <a:pathLst>
                <a:path w="2432" h="3831" extrusionOk="0">
                  <a:moveTo>
                    <a:pt x="0" y="1"/>
                  </a:moveTo>
                  <a:lnTo>
                    <a:pt x="0" y="3830"/>
                  </a:lnTo>
                  <a:lnTo>
                    <a:pt x="2432" y="3830"/>
                  </a:lnTo>
                  <a:lnTo>
                    <a:pt x="2432" y="3405"/>
                  </a:lnTo>
                  <a:lnTo>
                    <a:pt x="517" y="3405"/>
                  </a:lnTo>
                  <a:lnTo>
                    <a:pt x="517" y="2007"/>
                  </a:lnTo>
                  <a:lnTo>
                    <a:pt x="2310" y="2007"/>
                  </a:lnTo>
                  <a:lnTo>
                    <a:pt x="2310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02" y="457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5" name="Google Shape;1875;p48"/>
            <p:cNvSpPr/>
            <p:nvPr/>
          </p:nvSpPr>
          <p:spPr>
            <a:xfrm>
              <a:off x="1033458" y="3945704"/>
              <a:ext cx="169565" cy="185813"/>
            </a:xfrm>
            <a:custGeom>
              <a:avLst/>
              <a:gdLst/>
              <a:ahLst/>
              <a:cxnLst/>
              <a:rect l="l" t="t" r="r" b="b"/>
              <a:pathLst>
                <a:path w="3496" h="3831" extrusionOk="0">
                  <a:moveTo>
                    <a:pt x="1733" y="517"/>
                  </a:moveTo>
                  <a:lnTo>
                    <a:pt x="2432" y="2432"/>
                  </a:lnTo>
                  <a:lnTo>
                    <a:pt x="1034" y="2432"/>
                  </a:lnTo>
                  <a:lnTo>
                    <a:pt x="1733" y="517"/>
                  </a:lnTo>
                  <a:close/>
                  <a:moveTo>
                    <a:pt x="1459" y="1"/>
                  </a:moveTo>
                  <a:lnTo>
                    <a:pt x="0" y="3830"/>
                  </a:lnTo>
                  <a:lnTo>
                    <a:pt x="547" y="3830"/>
                  </a:lnTo>
                  <a:lnTo>
                    <a:pt x="882" y="2858"/>
                  </a:lnTo>
                  <a:lnTo>
                    <a:pt x="2614" y="2858"/>
                  </a:lnTo>
                  <a:lnTo>
                    <a:pt x="2948" y="3830"/>
                  </a:lnTo>
                  <a:lnTo>
                    <a:pt x="3496" y="3830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6" name="Google Shape;1876;p48"/>
            <p:cNvSpPr/>
            <p:nvPr/>
          </p:nvSpPr>
          <p:spPr>
            <a:xfrm>
              <a:off x="1229507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5" y="426"/>
                  </a:moveTo>
                  <a:cubicBezTo>
                    <a:pt x="1672" y="426"/>
                    <a:pt x="2037" y="548"/>
                    <a:pt x="2280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0" y="3040"/>
                  </a:cubicBezTo>
                  <a:cubicBezTo>
                    <a:pt x="2037" y="3283"/>
                    <a:pt x="1672" y="3405"/>
                    <a:pt x="1125" y="3405"/>
                  </a:cubicBezTo>
                  <a:lnTo>
                    <a:pt x="517" y="3405"/>
                  </a:lnTo>
                  <a:lnTo>
                    <a:pt x="517" y="426"/>
                  </a:lnTo>
                  <a:close/>
                  <a:moveTo>
                    <a:pt x="1" y="1"/>
                  </a:moveTo>
                  <a:lnTo>
                    <a:pt x="1" y="3830"/>
                  </a:lnTo>
                  <a:lnTo>
                    <a:pt x="1065" y="3830"/>
                  </a:lnTo>
                  <a:cubicBezTo>
                    <a:pt x="1794" y="3830"/>
                    <a:pt x="2341" y="3678"/>
                    <a:pt x="2676" y="3375"/>
                  </a:cubicBezTo>
                  <a:cubicBezTo>
                    <a:pt x="3040" y="3040"/>
                    <a:pt x="3192" y="2584"/>
                    <a:pt x="3192" y="1916"/>
                  </a:cubicBezTo>
                  <a:cubicBezTo>
                    <a:pt x="3192" y="1277"/>
                    <a:pt x="3040" y="791"/>
                    <a:pt x="2676" y="487"/>
                  </a:cubicBezTo>
                  <a:cubicBezTo>
                    <a:pt x="2341" y="18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7" name="Google Shape;1877;p48"/>
            <p:cNvSpPr/>
            <p:nvPr/>
          </p:nvSpPr>
          <p:spPr>
            <a:xfrm>
              <a:off x="1385784" y="3945704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0"/>
                  </a:lnTo>
                  <a:lnTo>
                    <a:pt x="1855" y="3830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8" name="Google Shape;1878;p48"/>
            <p:cNvSpPr/>
            <p:nvPr/>
          </p:nvSpPr>
          <p:spPr>
            <a:xfrm>
              <a:off x="1558261" y="3942745"/>
              <a:ext cx="98848" cy="188772"/>
            </a:xfrm>
            <a:custGeom>
              <a:avLst/>
              <a:gdLst/>
              <a:ahLst/>
              <a:cxnLst/>
              <a:rect l="l" t="t" r="r" b="b"/>
              <a:pathLst>
                <a:path w="2038" h="3892" extrusionOk="0">
                  <a:moveTo>
                    <a:pt x="1004" y="1"/>
                  </a:moveTo>
                  <a:cubicBezTo>
                    <a:pt x="822" y="1"/>
                    <a:pt x="670" y="31"/>
                    <a:pt x="487" y="92"/>
                  </a:cubicBezTo>
                  <a:cubicBezTo>
                    <a:pt x="335" y="122"/>
                    <a:pt x="183" y="183"/>
                    <a:pt x="1" y="305"/>
                  </a:cubicBezTo>
                  <a:lnTo>
                    <a:pt x="1" y="761"/>
                  </a:lnTo>
                  <a:cubicBezTo>
                    <a:pt x="183" y="670"/>
                    <a:pt x="335" y="578"/>
                    <a:pt x="487" y="518"/>
                  </a:cubicBezTo>
                  <a:cubicBezTo>
                    <a:pt x="639" y="457"/>
                    <a:pt x="791" y="426"/>
                    <a:pt x="913" y="426"/>
                  </a:cubicBezTo>
                  <a:cubicBezTo>
                    <a:pt x="1095" y="426"/>
                    <a:pt x="1247" y="457"/>
                    <a:pt x="1369" y="578"/>
                  </a:cubicBezTo>
                  <a:cubicBezTo>
                    <a:pt x="1460" y="670"/>
                    <a:pt x="1521" y="791"/>
                    <a:pt x="1521" y="943"/>
                  </a:cubicBezTo>
                  <a:cubicBezTo>
                    <a:pt x="1521" y="1004"/>
                    <a:pt x="1521" y="1095"/>
                    <a:pt x="1460" y="1186"/>
                  </a:cubicBezTo>
                  <a:cubicBezTo>
                    <a:pt x="1430" y="1247"/>
                    <a:pt x="1338" y="1338"/>
                    <a:pt x="1247" y="1429"/>
                  </a:cubicBezTo>
                  <a:lnTo>
                    <a:pt x="1034" y="1673"/>
                  </a:lnTo>
                  <a:cubicBezTo>
                    <a:pt x="882" y="1794"/>
                    <a:pt x="761" y="1946"/>
                    <a:pt x="730" y="2037"/>
                  </a:cubicBezTo>
                  <a:cubicBezTo>
                    <a:pt x="670" y="2159"/>
                    <a:pt x="639" y="2311"/>
                    <a:pt x="639" y="2463"/>
                  </a:cubicBezTo>
                  <a:lnTo>
                    <a:pt x="639" y="2858"/>
                  </a:lnTo>
                  <a:lnTo>
                    <a:pt x="1126" y="2858"/>
                  </a:lnTo>
                  <a:lnTo>
                    <a:pt x="1126" y="2554"/>
                  </a:lnTo>
                  <a:cubicBezTo>
                    <a:pt x="1126" y="2463"/>
                    <a:pt x="1156" y="2402"/>
                    <a:pt x="1156" y="2341"/>
                  </a:cubicBezTo>
                  <a:cubicBezTo>
                    <a:pt x="1156" y="2280"/>
                    <a:pt x="1156" y="2250"/>
                    <a:pt x="1156" y="2220"/>
                  </a:cubicBezTo>
                  <a:cubicBezTo>
                    <a:pt x="1186" y="2159"/>
                    <a:pt x="1217" y="2129"/>
                    <a:pt x="1247" y="2068"/>
                  </a:cubicBezTo>
                  <a:cubicBezTo>
                    <a:pt x="1278" y="2037"/>
                    <a:pt x="1338" y="1977"/>
                    <a:pt x="1399" y="1885"/>
                  </a:cubicBezTo>
                  <a:lnTo>
                    <a:pt x="1642" y="1673"/>
                  </a:lnTo>
                  <a:cubicBezTo>
                    <a:pt x="1794" y="1521"/>
                    <a:pt x="1885" y="1399"/>
                    <a:pt x="1946" y="1277"/>
                  </a:cubicBezTo>
                  <a:cubicBezTo>
                    <a:pt x="2007" y="1156"/>
                    <a:pt x="2037" y="1034"/>
                    <a:pt x="2037" y="913"/>
                  </a:cubicBezTo>
                  <a:cubicBezTo>
                    <a:pt x="2037" y="639"/>
                    <a:pt x="1946" y="426"/>
                    <a:pt x="1764" y="244"/>
                  </a:cubicBezTo>
                  <a:cubicBezTo>
                    <a:pt x="1582" y="92"/>
                    <a:pt x="1308" y="1"/>
                    <a:pt x="1004" y="1"/>
                  </a:cubicBezTo>
                  <a:close/>
                  <a:moveTo>
                    <a:pt x="639" y="3223"/>
                  </a:moveTo>
                  <a:lnTo>
                    <a:pt x="639" y="3891"/>
                  </a:lnTo>
                  <a:lnTo>
                    <a:pt x="1156" y="3891"/>
                  </a:lnTo>
                  <a:lnTo>
                    <a:pt x="1156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79" name="Google Shape;1879;p48"/>
            <p:cNvSpPr/>
            <p:nvPr/>
          </p:nvSpPr>
          <p:spPr>
            <a:xfrm>
              <a:off x="1054071" y="4329021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520" y="274"/>
                    <a:pt x="1703" y="365"/>
                    <a:pt x="1855" y="578"/>
                  </a:cubicBezTo>
                  <a:cubicBezTo>
                    <a:pt x="2007" y="760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520" y="2463"/>
                    <a:pt x="1247" y="2463"/>
                  </a:cubicBezTo>
                  <a:cubicBezTo>
                    <a:pt x="973" y="2463"/>
                    <a:pt x="79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0"/>
                    <a:pt x="609" y="578"/>
                  </a:cubicBezTo>
                  <a:cubicBezTo>
                    <a:pt x="791" y="365"/>
                    <a:pt x="973" y="274"/>
                    <a:pt x="1247" y="274"/>
                  </a:cubicBezTo>
                  <a:close/>
                  <a:moveTo>
                    <a:pt x="1247" y="0"/>
                  </a:moveTo>
                  <a:cubicBezTo>
                    <a:pt x="882" y="0"/>
                    <a:pt x="578" y="122"/>
                    <a:pt x="335" y="365"/>
                  </a:cubicBezTo>
                  <a:cubicBezTo>
                    <a:pt x="122" y="608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4"/>
                    <a:pt x="882" y="2736"/>
                    <a:pt x="1247" y="2736"/>
                  </a:cubicBezTo>
                  <a:cubicBezTo>
                    <a:pt x="1612" y="2736"/>
                    <a:pt x="1916" y="2614"/>
                    <a:pt x="2128" y="2371"/>
                  </a:cubicBezTo>
                  <a:cubicBezTo>
                    <a:pt x="2371" y="2128"/>
                    <a:pt x="2463" y="1794"/>
                    <a:pt x="2463" y="1368"/>
                  </a:cubicBezTo>
                  <a:cubicBezTo>
                    <a:pt x="2463" y="943"/>
                    <a:pt x="2371" y="608"/>
                    <a:pt x="2128" y="365"/>
                  </a:cubicBezTo>
                  <a:cubicBezTo>
                    <a:pt x="1916" y="122"/>
                    <a:pt x="1612" y="0"/>
                    <a:pt x="1247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0" name="Google Shape;1880;p48"/>
            <p:cNvSpPr/>
            <p:nvPr/>
          </p:nvSpPr>
          <p:spPr>
            <a:xfrm>
              <a:off x="1201521" y="4330476"/>
              <a:ext cx="101758" cy="129793"/>
            </a:xfrm>
            <a:custGeom>
              <a:avLst/>
              <a:gdLst/>
              <a:ahLst/>
              <a:cxnLst/>
              <a:rect l="l" t="t" r="r" b="b"/>
              <a:pathLst>
                <a:path w="2098" h="2676" extrusionOk="0">
                  <a:moveTo>
                    <a:pt x="0" y="1"/>
                  </a:moveTo>
                  <a:lnTo>
                    <a:pt x="0" y="2676"/>
                  </a:lnTo>
                  <a:lnTo>
                    <a:pt x="365" y="2676"/>
                  </a:lnTo>
                  <a:lnTo>
                    <a:pt x="365" y="1399"/>
                  </a:lnTo>
                  <a:lnTo>
                    <a:pt x="1642" y="2676"/>
                  </a:lnTo>
                  <a:lnTo>
                    <a:pt x="2097" y="2676"/>
                  </a:lnTo>
                  <a:lnTo>
                    <a:pt x="699" y="1247"/>
                  </a:lnTo>
                  <a:lnTo>
                    <a:pt x="2006" y="1"/>
                  </a:lnTo>
                  <a:lnTo>
                    <a:pt x="1550" y="1"/>
                  </a:lnTo>
                  <a:lnTo>
                    <a:pt x="365" y="1126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1" name="Google Shape;1881;p48"/>
            <p:cNvSpPr/>
            <p:nvPr/>
          </p:nvSpPr>
          <p:spPr>
            <a:xfrm>
              <a:off x="408350" y="350491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0"/>
                  </a:moveTo>
                  <a:lnTo>
                    <a:pt x="0" y="25989"/>
                  </a:lnTo>
                  <a:lnTo>
                    <a:pt x="33496" y="25989"/>
                  </a:lnTo>
                  <a:lnTo>
                    <a:pt x="3349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2" name="Google Shape;1882;p48"/>
            <p:cNvSpPr/>
            <p:nvPr/>
          </p:nvSpPr>
          <p:spPr>
            <a:xfrm>
              <a:off x="424550" y="3524069"/>
              <a:ext cx="1589330" cy="1222214"/>
            </a:xfrm>
            <a:custGeom>
              <a:avLst/>
              <a:gdLst/>
              <a:ahLst/>
              <a:cxnLst/>
              <a:rect l="l" t="t" r="r" b="b"/>
              <a:pathLst>
                <a:path w="32768" h="25199" extrusionOk="0">
                  <a:moveTo>
                    <a:pt x="1" y="0"/>
                  </a:moveTo>
                  <a:lnTo>
                    <a:pt x="1" y="25198"/>
                  </a:lnTo>
                  <a:lnTo>
                    <a:pt x="32767" y="25198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3" name="Google Shape;1883;p48"/>
            <p:cNvSpPr/>
            <p:nvPr/>
          </p:nvSpPr>
          <p:spPr>
            <a:xfrm>
              <a:off x="427508" y="3524069"/>
              <a:ext cx="1587826" cy="128289"/>
            </a:xfrm>
            <a:custGeom>
              <a:avLst/>
              <a:gdLst/>
              <a:ahLst/>
              <a:cxnLst/>
              <a:rect l="l" t="t" r="r" b="b"/>
              <a:pathLst>
                <a:path w="3273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37" y="2645"/>
                  </a:lnTo>
                  <a:lnTo>
                    <a:pt x="32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4" name="Google Shape;1884;p48"/>
            <p:cNvSpPr/>
            <p:nvPr/>
          </p:nvSpPr>
          <p:spPr>
            <a:xfrm>
              <a:off x="1903264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5" name="Google Shape;1885;p48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399"/>
                  </a:moveTo>
                  <a:lnTo>
                    <a:pt x="1429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6" name="Google Shape;1886;p48"/>
            <p:cNvSpPr/>
            <p:nvPr/>
          </p:nvSpPr>
          <p:spPr>
            <a:xfrm>
              <a:off x="1915050" y="3555014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1" y="1"/>
                  </a:moveTo>
                  <a:lnTo>
                    <a:pt x="1429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7" name="Google Shape;1887;p48"/>
            <p:cNvSpPr/>
            <p:nvPr/>
          </p:nvSpPr>
          <p:spPr>
            <a:xfrm>
              <a:off x="1777932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8" name="Google Shape;1888;p48"/>
            <p:cNvSpPr/>
            <p:nvPr/>
          </p:nvSpPr>
          <p:spPr>
            <a:xfrm>
              <a:off x="1795635" y="3560932"/>
              <a:ext cx="57572" cy="56069"/>
            </a:xfrm>
            <a:custGeom>
              <a:avLst/>
              <a:gdLst/>
              <a:ahLst/>
              <a:cxnLst/>
              <a:rect l="l" t="t" r="r" b="b"/>
              <a:pathLst>
                <a:path w="1187" h="1156" fill="none" extrusionOk="0">
                  <a:moveTo>
                    <a:pt x="1" y="0"/>
                  </a:moveTo>
                  <a:lnTo>
                    <a:pt x="1186" y="0"/>
                  </a:lnTo>
                  <a:lnTo>
                    <a:pt x="1186" y="1155"/>
                  </a:lnTo>
                  <a:lnTo>
                    <a:pt x="1" y="115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89" name="Google Shape;1889;p48"/>
            <p:cNvSpPr/>
            <p:nvPr/>
          </p:nvSpPr>
          <p:spPr>
            <a:xfrm>
              <a:off x="1795635" y="3575676"/>
              <a:ext cx="57572" cy="49"/>
            </a:xfrm>
            <a:custGeom>
              <a:avLst/>
              <a:gdLst/>
              <a:ahLst/>
              <a:cxnLst/>
              <a:rect l="l" t="t" r="r" b="b"/>
              <a:pathLst>
                <a:path w="1187" h="1" fill="none" extrusionOk="0">
                  <a:moveTo>
                    <a:pt x="1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0" name="Google Shape;1890;p48"/>
            <p:cNvSpPr/>
            <p:nvPr/>
          </p:nvSpPr>
          <p:spPr>
            <a:xfrm>
              <a:off x="1652648" y="3540269"/>
              <a:ext cx="92931" cy="94434"/>
            </a:xfrm>
            <a:custGeom>
              <a:avLst/>
              <a:gdLst/>
              <a:ahLst/>
              <a:cxnLst/>
              <a:rect l="l" t="t" r="r" b="b"/>
              <a:pathLst>
                <a:path w="1916" h="1947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1" name="Google Shape;1891;p48"/>
            <p:cNvSpPr/>
            <p:nvPr/>
          </p:nvSpPr>
          <p:spPr>
            <a:xfrm>
              <a:off x="1668848" y="361840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2" name="Google Shape;1892;p48"/>
            <p:cNvSpPr/>
            <p:nvPr/>
          </p:nvSpPr>
          <p:spPr>
            <a:xfrm>
              <a:off x="793125" y="4365883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3" name="Google Shape;1893;p48"/>
            <p:cNvSpPr/>
            <p:nvPr/>
          </p:nvSpPr>
          <p:spPr>
            <a:xfrm>
              <a:off x="810828" y="4382083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0" y="1"/>
                  </a:moveTo>
                  <a:lnTo>
                    <a:pt x="16900" y="4317"/>
                  </a:lnTo>
                  <a:lnTo>
                    <a:pt x="0" y="431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4" name="Google Shape;1894;p48"/>
            <p:cNvSpPr/>
            <p:nvPr/>
          </p:nvSpPr>
          <p:spPr>
            <a:xfrm>
              <a:off x="703200" y="3783559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33" y="517"/>
                  </a:moveTo>
                  <a:lnTo>
                    <a:pt x="2432" y="2401"/>
                  </a:lnTo>
                  <a:lnTo>
                    <a:pt x="1034" y="2401"/>
                  </a:lnTo>
                  <a:lnTo>
                    <a:pt x="173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5" name="Google Shape;1895;p48"/>
            <p:cNvSpPr/>
            <p:nvPr/>
          </p:nvSpPr>
          <p:spPr>
            <a:xfrm>
              <a:off x="899298" y="3783559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55" y="426"/>
                  </a:moveTo>
                  <a:cubicBezTo>
                    <a:pt x="1429" y="426"/>
                    <a:pt x="1611" y="486"/>
                    <a:pt x="1733" y="578"/>
                  </a:cubicBezTo>
                  <a:cubicBezTo>
                    <a:pt x="1854" y="699"/>
                    <a:pt x="1915" y="882"/>
                    <a:pt x="1915" y="1094"/>
                  </a:cubicBezTo>
                  <a:cubicBezTo>
                    <a:pt x="1915" y="1307"/>
                    <a:pt x="1854" y="1489"/>
                    <a:pt x="1733" y="1611"/>
                  </a:cubicBezTo>
                  <a:cubicBezTo>
                    <a:pt x="1611" y="1702"/>
                    <a:pt x="1429" y="1763"/>
                    <a:pt x="1155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277" y="2189"/>
                    <a:pt x="1459" y="2249"/>
                    <a:pt x="1550" y="2310"/>
                  </a:cubicBezTo>
                  <a:cubicBezTo>
                    <a:pt x="1672" y="2401"/>
                    <a:pt x="1793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3"/>
                    <a:pt x="2249" y="2371"/>
                    <a:pt x="2128" y="2249"/>
                  </a:cubicBezTo>
                  <a:cubicBezTo>
                    <a:pt x="2037" y="2128"/>
                    <a:pt x="1915" y="2067"/>
                    <a:pt x="1824" y="2006"/>
                  </a:cubicBezTo>
                  <a:cubicBezTo>
                    <a:pt x="2037" y="1945"/>
                    <a:pt x="2189" y="1854"/>
                    <a:pt x="2310" y="1702"/>
                  </a:cubicBezTo>
                  <a:cubicBezTo>
                    <a:pt x="2401" y="1520"/>
                    <a:pt x="2462" y="1338"/>
                    <a:pt x="2462" y="1094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15" y="91"/>
                    <a:pt x="1611" y="0"/>
                    <a:pt x="1155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6" name="Google Shape;1896;p48"/>
            <p:cNvSpPr/>
            <p:nvPr/>
          </p:nvSpPr>
          <p:spPr>
            <a:xfrm>
              <a:off x="1076189" y="3783559"/>
              <a:ext cx="118007" cy="184310"/>
            </a:xfrm>
            <a:custGeom>
              <a:avLst/>
              <a:gdLst/>
              <a:ahLst/>
              <a:cxnLst/>
              <a:rect l="l" t="t" r="r" b="b"/>
              <a:pathLst>
                <a:path w="243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32" y="3800"/>
                  </a:lnTo>
                  <a:lnTo>
                    <a:pt x="2432" y="3374"/>
                  </a:lnTo>
                  <a:lnTo>
                    <a:pt x="517" y="3374"/>
                  </a:lnTo>
                  <a:lnTo>
                    <a:pt x="517" y="2006"/>
                  </a:lnTo>
                  <a:lnTo>
                    <a:pt x="2311" y="2006"/>
                  </a:lnTo>
                  <a:lnTo>
                    <a:pt x="2311" y="1550"/>
                  </a:lnTo>
                  <a:lnTo>
                    <a:pt x="517" y="1550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7" name="Google Shape;1897;p48"/>
            <p:cNvSpPr/>
            <p:nvPr/>
          </p:nvSpPr>
          <p:spPr>
            <a:xfrm>
              <a:off x="1291446" y="3783559"/>
              <a:ext cx="154820" cy="184310"/>
            </a:xfrm>
            <a:custGeom>
              <a:avLst/>
              <a:gdLst/>
              <a:ahLst/>
              <a:cxnLst/>
              <a:rect l="l" t="t" r="r" b="b"/>
              <a:pathLst>
                <a:path w="3192" h="3800" extrusionOk="0">
                  <a:moveTo>
                    <a:pt x="0" y="0"/>
                  </a:moveTo>
                  <a:lnTo>
                    <a:pt x="1338" y="2006"/>
                  </a:lnTo>
                  <a:lnTo>
                    <a:pt x="1338" y="3800"/>
                  </a:lnTo>
                  <a:lnTo>
                    <a:pt x="1854" y="3800"/>
                  </a:lnTo>
                  <a:lnTo>
                    <a:pt x="1854" y="2006"/>
                  </a:lnTo>
                  <a:lnTo>
                    <a:pt x="3192" y="0"/>
                  </a:lnTo>
                  <a:lnTo>
                    <a:pt x="2645" y="0"/>
                  </a:lnTo>
                  <a:lnTo>
                    <a:pt x="1611" y="1550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8" name="Google Shape;1898;p48"/>
            <p:cNvSpPr/>
            <p:nvPr/>
          </p:nvSpPr>
          <p:spPr>
            <a:xfrm>
              <a:off x="1446219" y="3780600"/>
              <a:ext cx="171068" cy="191682"/>
            </a:xfrm>
            <a:custGeom>
              <a:avLst/>
              <a:gdLst/>
              <a:ahLst/>
              <a:cxnLst/>
              <a:rect l="l" t="t" r="r" b="b"/>
              <a:pathLst>
                <a:path w="3527" h="3952" extrusionOk="0">
                  <a:moveTo>
                    <a:pt x="1794" y="395"/>
                  </a:moveTo>
                  <a:cubicBezTo>
                    <a:pt x="2159" y="395"/>
                    <a:pt x="2463" y="547"/>
                    <a:pt x="2676" y="821"/>
                  </a:cubicBezTo>
                  <a:cubicBezTo>
                    <a:pt x="2888" y="1095"/>
                    <a:pt x="3010" y="1490"/>
                    <a:pt x="3010" y="1976"/>
                  </a:cubicBezTo>
                  <a:cubicBezTo>
                    <a:pt x="3010" y="2432"/>
                    <a:pt x="2888" y="2827"/>
                    <a:pt x="2676" y="3101"/>
                  </a:cubicBezTo>
                  <a:cubicBezTo>
                    <a:pt x="2463" y="3374"/>
                    <a:pt x="2159" y="3526"/>
                    <a:pt x="1794" y="3526"/>
                  </a:cubicBezTo>
                  <a:cubicBezTo>
                    <a:pt x="1399" y="3526"/>
                    <a:pt x="1095" y="3374"/>
                    <a:pt x="882" y="3101"/>
                  </a:cubicBezTo>
                  <a:cubicBezTo>
                    <a:pt x="670" y="2827"/>
                    <a:pt x="548" y="2432"/>
                    <a:pt x="548" y="1976"/>
                  </a:cubicBezTo>
                  <a:cubicBezTo>
                    <a:pt x="548" y="1490"/>
                    <a:pt x="670" y="1095"/>
                    <a:pt x="882" y="821"/>
                  </a:cubicBezTo>
                  <a:cubicBezTo>
                    <a:pt x="1095" y="547"/>
                    <a:pt x="1399" y="395"/>
                    <a:pt x="1794" y="395"/>
                  </a:cubicBezTo>
                  <a:close/>
                  <a:moveTo>
                    <a:pt x="1794" y="0"/>
                  </a:moveTo>
                  <a:cubicBezTo>
                    <a:pt x="1247" y="0"/>
                    <a:pt x="822" y="183"/>
                    <a:pt x="487" y="517"/>
                  </a:cubicBezTo>
                  <a:cubicBezTo>
                    <a:pt x="183" y="882"/>
                    <a:pt x="1" y="1368"/>
                    <a:pt x="1" y="1976"/>
                  </a:cubicBezTo>
                  <a:cubicBezTo>
                    <a:pt x="1" y="2584"/>
                    <a:pt x="183" y="3040"/>
                    <a:pt x="487" y="3405"/>
                  </a:cubicBezTo>
                  <a:cubicBezTo>
                    <a:pt x="822" y="3769"/>
                    <a:pt x="1247" y="3952"/>
                    <a:pt x="1794" y="3952"/>
                  </a:cubicBezTo>
                  <a:cubicBezTo>
                    <a:pt x="2311" y="3952"/>
                    <a:pt x="2736" y="3769"/>
                    <a:pt x="3071" y="3405"/>
                  </a:cubicBezTo>
                  <a:cubicBezTo>
                    <a:pt x="3375" y="3040"/>
                    <a:pt x="3527" y="2554"/>
                    <a:pt x="3527" y="1976"/>
                  </a:cubicBezTo>
                  <a:cubicBezTo>
                    <a:pt x="3527" y="1368"/>
                    <a:pt x="3375" y="882"/>
                    <a:pt x="3071" y="517"/>
                  </a:cubicBezTo>
                  <a:cubicBezTo>
                    <a:pt x="2736" y="183"/>
                    <a:pt x="2311" y="0"/>
                    <a:pt x="179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99" name="Google Shape;1899;p48"/>
            <p:cNvSpPr/>
            <p:nvPr/>
          </p:nvSpPr>
          <p:spPr>
            <a:xfrm>
              <a:off x="1654103" y="3783559"/>
              <a:ext cx="141579" cy="188723"/>
            </a:xfrm>
            <a:custGeom>
              <a:avLst/>
              <a:gdLst/>
              <a:ahLst/>
              <a:cxnLst/>
              <a:rect l="l" t="t" r="r" b="b"/>
              <a:pathLst>
                <a:path w="2919" h="3891" extrusionOk="0">
                  <a:moveTo>
                    <a:pt x="1" y="0"/>
                  </a:moveTo>
                  <a:lnTo>
                    <a:pt x="1" y="2371"/>
                  </a:lnTo>
                  <a:cubicBezTo>
                    <a:pt x="1" y="2888"/>
                    <a:pt x="122" y="3252"/>
                    <a:pt x="365" y="3496"/>
                  </a:cubicBezTo>
                  <a:cubicBezTo>
                    <a:pt x="609" y="3769"/>
                    <a:pt x="973" y="3891"/>
                    <a:pt x="1460" y="3891"/>
                  </a:cubicBezTo>
                  <a:cubicBezTo>
                    <a:pt x="1946" y="3891"/>
                    <a:pt x="2311" y="3769"/>
                    <a:pt x="2554" y="3496"/>
                  </a:cubicBezTo>
                  <a:cubicBezTo>
                    <a:pt x="2797" y="3252"/>
                    <a:pt x="2919" y="2888"/>
                    <a:pt x="2919" y="2371"/>
                  </a:cubicBezTo>
                  <a:lnTo>
                    <a:pt x="2919" y="0"/>
                  </a:lnTo>
                  <a:lnTo>
                    <a:pt x="2402" y="0"/>
                  </a:lnTo>
                  <a:lnTo>
                    <a:pt x="2402" y="2310"/>
                  </a:lnTo>
                  <a:cubicBezTo>
                    <a:pt x="2402" y="2705"/>
                    <a:pt x="2341" y="3009"/>
                    <a:pt x="2189" y="3192"/>
                  </a:cubicBezTo>
                  <a:cubicBezTo>
                    <a:pt x="2037" y="3374"/>
                    <a:pt x="1794" y="3465"/>
                    <a:pt x="1460" y="3465"/>
                  </a:cubicBezTo>
                  <a:cubicBezTo>
                    <a:pt x="1125" y="3465"/>
                    <a:pt x="882" y="3374"/>
                    <a:pt x="730" y="3192"/>
                  </a:cubicBezTo>
                  <a:cubicBezTo>
                    <a:pt x="609" y="3009"/>
                    <a:pt x="517" y="2705"/>
                    <a:pt x="517" y="2310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0" name="Google Shape;1900;p48"/>
            <p:cNvSpPr/>
            <p:nvPr/>
          </p:nvSpPr>
          <p:spPr>
            <a:xfrm>
              <a:off x="791670" y="4019428"/>
              <a:ext cx="144489" cy="184310"/>
            </a:xfrm>
            <a:custGeom>
              <a:avLst/>
              <a:gdLst/>
              <a:ahLst/>
              <a:cxnLst/>
              <a:rect l="l" t="t" r="r" b="b"/>
              <a:pathLst>
                <a:path w="2979" h="3800" extrusionOk="0">
                  <a:moveTo>
                    <a:pt x="1186" y="426"/>
                  </a:moveTo>
                  <a:cubicBezTo>
                    <a:pt x="1429" y="426"/>
                    <a:pt x="1611" y="487"/>
                    <a:pt x="1733" y="578"/>
                  </a:cubicBezTo>
                  <a:cubicBezTo>
                    <a:pt x="1854" y="699"/>
                    <a:pt x="1945" y="882"/>
                    <a:pt x="1945" y="1095"/>
                  </a:cubicBezTo>
                  <a:cubicBezTo>
                    <a:pt x="1945" y="1307"/>
                    <a:pt x="1854" y="1490"/>
                    <a:pt x="1733" y="1611"/>
                  </a:cubicBezTo>
                  <a:cubicBezTo>
                    <a:pt x="1611" y="1703"/>
                    <a:pt x="1429" y="1763"/>
                    <a:pt x="1186" y="1763"/>
                  </a:cubicBezTo>
                  <a:lnTo>
                    <a:pt x="517" y="1763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517" y="3800"/>
                  </a:lnTo>
                  <a:lnTo>
                    <a:pt x="517" y="2189"/>
                  </a:lnTo>
                  <a:lnTo>
                    <a:pt x="1094" y="2189"/>
                  </a:lnTo>
                  <a:cubicBezTo>
                    <a:pt x="1307" y="2189"/>
                    <a:pt x="1459" y="2250"/>
                    <a:pt x="1581" y="2310"/>
                  </a:cubicBezTo>
                  <a:cubicBezTo>
                    <a:pt x="1702" y="2402"/>
                    <a:pt x="1824" y="2584"/>
                    <a:pt x="1945" y="2827"/>
                  </a:cubicBezTo>
                  <a:lnTo>
                    <a:pt x="2432" y="3800"/>
                  </a:lnTo>
                  <a:lnTo>
                    <a:pt x="2979" y="3800"/>
                  </a:lnTo>
                  <a:lnTo>
                    <a:pt x="2462" y="2766"/>
                  </a:lnTo>
                  <a:cubicBezTo>
                    <a:pt x="2341" y="2554"/>
                    <a:pt x="2249" y="2371"/>
                    <a:pt x="2158" y="2250"/>
                  </a:cubicBezTo>
                  <a:cubicBezTo>
                    <a:pt x="2037" y="2128"/>
                    <a:pt x="1945" y="2067"/>
                    <a:pt x="1824" y="2007"/>
                  </a:cubicBezTo>
                  <a:cubicBezTo>
                    <a:pt x="2037" y="1946"/>
                    <a:pt x="2189" y="1855"/>
                    <a:pt x="2310" y="1703"/>
                  </a:cubicBezTo>
                  <a:cubicBezTo>
                    <a:pt x="2432" y="1520"/>
                    <a:pt x="2462" y="1338"/>
                    <a:pt x="2462" y="1095"/>
                  </a:cubicBezTo>
                  <a:cubicBezTo>
                    <a:pt x="2462" y="730"/>
                    <a:pt x="2371" y="456"/>
                    <a:pt x="2158" y="274"/>
                  </a:cubicBezTo>
                  <a:cubicBezTo>
                    <a:pt x="1945" y="92"/>
                    <a:pt x="1611" y="0"/>
                    <a:pt x="118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1" name="Google Shape;1901;p48"/>
            <p:cNvSpPr/>
            <p:nvPr/>
          </p:nvSpPr>
          <p:spPr>
            <a:xfrm>
              <a:off x="968561" y="4019428"/>
              <a:ext cx="119462" cy="184310"/>
            </a:xfrm>
            <a:custGeom>
              <a:avLst/>
              <a:gdLst/>
              <a:ahLst/>
              <a:cxnLst/>
              <a:rect l="l" t="t" r="r" b="b"/>
              <a:pathLst>
                <a:path w="2463" h="3800" extrusionOk="0">
                  <a:moveTo>
                    <a:pt x="1" y="0"/>
                  </a:moveTo>
                  <a:lnTo>
                    <a:pt x="1" y="3800"/>
                  </a:lnTo>
                  <a:lnTo>
                    <a:pt x="2463" y="3800"/>
                  </a:lnTo>
                  <a:lnTo>
                    <a:pt x="2463" y="3374"/>
                  </a:lnTo>
                  <a:lnTo>
                    <a:pt x="517" y="3374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51"/>
                  </a:lnTo>
                  <a:lnTo>
                    <a:pt x="517" y="1551"/>
                  </a:lnTo>
                  <a:lnTo>
                    <a:pt x="517" y="426"/>
                  </a:lnTo>
                  <a:lnTo>
                    <a:pt x="2402" y="42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2" name="Google Shape;1902;p48"/>
            <p:cNvSpPr/>
            <p:nvPr/>
          </p:nvSpPr>
          <p:spPr>
            <a:xfrm>
              <a:off x="1105679" y="4019428"/>
              <a:ext cx="169565" cy="184310"/>
            </a:xfrm>
            <a:custGeom>
              <a:avLst/>
              <a:gdLst/>
              <a:ahLst/>
              <a:cxnLst/>
              <a:rect l="l" t="t" r="r" b="b"/>
              <a:pathLst>
                <a:path w="3496" h="3800" extrusionOk="0">
                  <a:moveTo>
                    <a:pt x="1763" y="517"/>
                  </a:moveTo>
                  <a:lnTo>
                    <a:pt x="2463" y="2402"/>
                  </a:lnTo>
                  <a:lnTo>
                    <a:pt x="1064" y="2402"/>
                  </a:lnTo>
                  <a:lnTo>
                    <a:pt x="1763" y="517"/>
                  </a:lnTo>
                  <a:close/>
                  <a:moveTo>
                    <a:pt x="1459" y="0"/>
                  </a:moveTo>
                  <a:lnTo>
                    <a:pt x="0" y="3800"/>
                  </a:lnTo>
                  <a:lnTo>
                    <a:pt x="548" y="3800"/>
                  </a:lnTo>
                  <a:lnTo>
                    <a:pt x="882" y="2827"/>
                  </a:lnTo>
                  <a:lnTo>
                    <a:pt x="2614" y="2827"/>
                  </a:lnTo>
                  <a:lnTo>
                    <a:pt x="2949" y="3800"/>
                  </a:lnTo>
                  <a:lnTo>
                    <a:pt x="3496" y="380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3" name="Google Shape;1903;p48"/>
            <p:cNvSpPr/>
            <p:nvPr/>
          </p:nvSpPr>
          <p:spPr>
            <a:xfrm>
              <a:off x="1301777" y="4019428"/>
              <a:ext cx="156324" cy="184310"/>
            </a:xfrm>
            <a:custGeom>
              <a:avLst/>
              <a:gdLst/>
              <a:ahLst/>
              <a:cxnLst/>
              <a:rect l="l" t="t" r="r" b="b"/>
              <a:pathLst>
                <a:path w="3223" h="3800" extrusionOk="0">
                  <a:moveTo>
                    <a:pt x="1155" y="426"/>
                  </a:moveTo>
                  <a:cubicBezTo>
                    <a:pt x="1672" y="426"/>
                    <a:pt x="2067" y="548"/>
                    <a:pt x="2310" y="791"/>
                  </a:cubicBezTo>
                  <a:cubicBezTo>
                    <a:pt x="2553" y="1003"/>
                    <a:pt x="2675" y="1399"/>
                    <a:pt x="2675" y="1885"/>
                  </a:cubicBezTo>
                  <a:cubicBezTo>
                    <a:pt x="2675" y="2402"/>
                    <a:pt x="2553" y="2797"/>
                    <a:pt x="2310" y="3040"/>
                  </a:cubicBezTo>
                  <a:cubicBezTo>
                    <a:pt x="2067" y="3253"/>
                    <a:pt x="1672" y="3374"/>
                    <a:pt x="1155" y="3374"/>
                  </a:cubicBezTo>
                  <a:lnTo>
                    <a:pt x="517" y="3374"/>
                  </a:lnTo>
                  <a:lnTo>
                    <a:pt x="517" y="426"/>
                  </a:lnTo>
                  <a:close/>
                  <a:moveTo>
                    <a:pt x="0" y="0"/>
                  </a:moveTo>
                  <a:lnTo>
                    <a:pt x="0" y="3800"/>
                  </a:lnTo>
                  <a:lnTo>
                    <a:pt x="1064" y="3800"/>
                  </a:lnTo>
                  <a:cubicBezTo>
                    <a:pt x="1793" y="3800"/>
                    <a:pt x="2341" y="3648"/>
                    <a:pt x="2705" y="3344"/>
                  </a:cubicBezTo>
                  <a:cubicBezTo>
                    <a:pt x="3040" y="3040"/>
                    <a:pt x="3222" y="2554"/>
                    <a:pt x="3222" y="1885"/>
                  </a:cubicBezTo>
                  <a:cubicBezTo>
                    <a:pt x="3222" y="1247"/>
                    <a:pt x="3040" y="760"/>
                    <a:pt x="2705" y="456"/>
                  </a:cubicBezTo>
                  <a:cubicBezTo>
                    <a:pt x="2341" y="152"/>
                    <a:pt x="1793" y="0"/>
                    <a:pt x="1064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4" name="Google Shape;1904;p48"/>
            <p:cNvSpPr/>
            <p:nvPr/>
          </p:nvSpPr>
          <p:spPr>
            <a:xfrm>
              <a:off x="1458054" y="4019428"/>
              <a:ext cx="156275" cy="184310"/>
            </a:xfrm>
            <a:custGeom>
              <a:avLst/>
              <a:gdLst/>
              <a:ahLst/>
              <a:cxnLst/>
              <a:rect l="l" t="t" r="r" b="b"/>
              <a:pathLst>
                <a:path w="3222" h="3800" extrusionOk="0">
                  <a:moveTo>
                    <a:pt x="0" y="0"/>
                  </a:moveTo>
                  <a:lnTo>
                    <a:pt x="1337" y="2007"/>
                  </a:lnTo>
                  <a:lnTo>
                    <a:pt x="1337" y="3800"/>
                  </a:lnTo>
                  <a:lnTo>
                    <a:pt x="1885" y="3800"/>
                  </a:lnTo>
                  <a:lnTo>
                    <a:pt x="1885" y="2007"/>
                  </a:lnTo>
                  <a:lnTo>
                    <a:pt x="3222" y="0"/>
                  </a:lnTo>
                  <a:lnTo>
                    <a:pt x="2675" y="0"/>
                  </a:lnTo>
                  <a:lnTo>
                    <a:pt x="1611" y="1551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5" name="Google Shape;1905;p48"/>
            <p:cNvSpPr/>
            <p:nvPr/>
          </p:nvSpPr>
          <p:spPr>
            <a:xfrm>
              <a:off x="1631986" y="4016469"/>
              <a:ext cx="98848" cy="187268"/>
            </a:xfrm>
            <a:custGeom>
              <a:avLst/>
              <a:gdLst/>
              <a:ahLst/>
              <a:cxnLst/>
              <a:rect l="l" t="t" r="r" b="b"/>
              <a:pathLst>
                <a:path w="2038" h="3861" extrusionOk="0">
                  <a:moveTo>
                    <a:pt x="1004" y="1"/>
                  </a:moveTo>
                  <a:cubicBezTo>
                    <a:pt x="821" y="1"/>
                    <a:pt x="639" y="1"/>
                    <a:pt x="487" y="61"/>
                  </a:cubicBezTo>
                  <a:cubicBezTo>
                    <a:pt x="305" y="122"/>
                    <a:pt x="153" y="183"/>
                    <a:pt x="1" y="274"/>
                  </a:cubicBezTo>
                  <a:lnTo>
                    <a:pt x="1" y="760"/>
                  </a:lnTo>
                  <a:cubicBezTo>
                    <a:pt x="153" y="639"/>
                    <a:pt x="305" y="548"/>
                    <a:pt x="457" y="487"/>
                  </a:cubicBezTo>
                  <a:cubicBezTo>
                    <a:pt x="639" y="426"/>
                    <a:pt x="761" y="396"/>
                    <a:pt x="913" y="396"/>
                  </a:cubicBezTo>
                  <a:cubicBezTo>
                    <a:pt x="1095" y="396"/>
                    <a:pt x="1247" y="457"/>
                    <a:pt x="1338" y="548"/>
                  </a:cubicBezTo>
                  <a:cubicBezTo>
                    <a:pt x="1460" y="639"/>
                    <a:pt x="1520" y="760"/>
                    <a:pt x="1520" y="912"/>
                  </a:cubicBezTo>
                  <a:cubicBezTo>
                    <a:pt x="1520" y="1004"/>
                    <a:pt x="1490" y="1095"/>
                    <a:pt x="1460" y="1156"/>
                  </a:cubicBezTo>
                  <a:cubicBezTo>
                    <a:pt x="1399" y="1247"/>
                    <a:pt x="1338" y="1338"/>
                    <a:pt x="1247" y="1429"/>
                  </a:cubicBezTo>
                  <a:lnTo>
                    <a:pt x="1004" y="1642"/>
                  </a:lnTo>
                  <a:cubicBezTo>
                    <a:pt x="852" y="1794"/>
                    <a:pt x="761" y="1916"/>
                    <a:pt x="700" y="2037"/>
                  </a:cubicBezTo>
                  <a:cubicBezTo>
                    <a:pt x="669" y="2128"/>
                    <a:pt x="639" y="2280"/>
                    <a:pt x="639" y="2463"/>
                  </a:cubicBezTo>
                  <a:lnTo>
                    <a:pt x="639" y="2858"/>
                  </a:lnTo>
                  <a:lnTo>
                    <a:pt x="1125" y="2858"/>
                  </a:lnTo>
                  <a:lnTo>
                    <a:pt x="1125" y="2523"/>
                  </a:lnTo>
                  <a:cubicBezTo>
                    <a:pt x="1125" y="2432"/>
                    <a:pt x="1125" y="2371"/>
                    <a:pt x="1125" y="2311"/>
                  </a:cubicBezTo>
                  <a:cubicBezTo>
                    <a:pt x="1125" y="2280"/>
                    <a:pt x="1156" y="2219"/>
                    <a:pt x="1156" y="2189"/>
                  </a:cubicBezTo>
                  <a:cubicBezTo>
                    <a:pt x="1156" y="2159"/>
                    <a:pt x="1186" y="2098"/>
                    <a:pt x="1217" y="2068"/>
                  </a:cubicBezTo>
                  <a:cubicBezTo>
                    <a:pt x="1247" y="2007"/>
                    <a:pt x="1308" y="1946"/>
                    <a:pt x="1399" y="1885"/>
                  </a:cubicBezTo>
                  <a:lnTo>
                    <a:pt x="1612" y="1642"/>
                  </a:lnTo>
                  <a:cubicBezTo>
                    <a:pt x="1764" y="1520"/>
                    <a:pt x="1885" y="1368"/>
                    <a:pt x="1946" y="1247"/>
                  </a:cubicBezTo>
                  <a:cubicBezTo>
                    <a:pt x="2007" y="1156"/>
                    <a:pt x="2037" y="1034"/>
                    <a:pt x="2037" y="882"/>
                  </a:cubicBezTo>
                  <a:cubicBezTo>
                    <a:pt x="2037" y="609"/>
                    <a:pt x="1946" y="396"/>
                    <a:pt x="1733" y="244"/>
                  </a:cubicBezTo>
                  <a:cubicBezTo>
                    <a:pt x="1551" y="61"/>
                    <a:pt x="1308" y="1"/>
                    <a:pt x="1004" y="1"/>
                  </a:cubicBezTo>
                  <a:close/>
                  <a:moveTo>
                    <a:pt x="609" y="3223"/>
                  </a:moveTo>
                  <a:lnTo>
                    <a:pt x="609" y="3861"/>
                  </a:lnTo>
                  <a:lnTo>
                    <a:pt x="1125" y="3861"/>
                  </a:lnTo>
                  <a:lnTo>
                    <a:pt x="112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6" name="Google Shape;1906;p48"/>
            <p:cNvSpPr/>
            <p:nvPr/>
          </p:nvSpPr>
          <p:spPr>
            <a:xfrm>
              <a:off x="1127796" y="4401241"/>
              <a:ext cx="119462" cy="134206"/>
            </a:xfrm>
            <a:custGeom>
              <a:avLst/>
              <a:gdLst/>
              <a:ahLst/>
              <a:cxnLst/>
              <a:rect l="l" t="t" r="r" b="b"/>
              <a:pathLst>
                <a:path w="2463" h="2767" extrusionOk="0">
                  <a:moveTo>
                    <a:pt x="1216" y="305"/>
                  </a:moveTo>
                  <a:cubicBezTo>
                    <a:pt x="1490" y="305"/>
                    <a:pt x="1703" y="396"/>
                    <a:pt x="1855" y="578"/>
                  </a:cubicBezTo>
                  <a:cubicBezTo>
                    <a:pt x="2007" y="791"/>
                    <a:pt x="2067" y="1034"/>
                    <a:pt x="2067" y="1369"/>
                  </a:cubicBezTo>
                  <a:cubicBezTo>
                    <a:pt x="2067" y="1703"/>
                    <a:pt x="2007" y="1977"/>
                    <a:pt x="1855" y="2189"/>
                  </a:cubicBezTo>
                  <a:cubicBezTo>
                    <a:pt x="1703" y="2372"/>
                    <a:pt x="1490" y="2463"/>
                    <a:pt x="1216" y="2463"/>
                  </a:cubicBezTo>
                  <a:cubicBezTo>
                    <a:pt x="973" y="2463"/>
                    <a:pt x="760" y="2372"/>
                    <a:pt x="608" y="2189"/>
                  </a:cubicBezTo>
                  <a:cubicBezTo>
                    <a:pt x="456" y="1977"/>
                    <a:pt x="365" y="1703"/>
                    <a:pt x="365" y="1369"/>
                  </a:cubicBezTo>
                  <a:cubicBezTo>
                    <a:pt x="365" y="1034"/>
                    <a:pt x="456" y="791"/>
                    <a:pt x="608" y="578"/>
                  </a:cubicBezTo>
                  <a:cubicBezTo>
                    <a:pt x="760" y="396"/>
                    <a:pt x="973" y="305"/>
                    <a:pt x="1216" y="305"/>
                  </a:cubicBezTo>
                  <a:close/>
                  <a:moveTo>
                    <a:pt x="1216" y="1"/>
                  </a:moveTo>
                  <a:cubicBezTo>
                    <a:pt x="851" y="1"/>
                    <a:pt x="548" y="122"/>
                    <a:pt x="335" y="366"/>
                  </a:cubicBezTo>
                  <a:cubicBezTo>
                    <a:pt x="122" y="639"/>
                    <a:pt x="0" y="974"/>
                    <a:pt x="0" y="1369"/>
                  </a:cubicBezTo>
                  <a:cubicBezTo>
                    <a:pt x="0" y="1794"/>
                    <a:pt x="122" y="2129"/>
                    <a:pt x="335" y="2372"/>
                  </a:cubicBezTo>
                  <a:cubicBezTo>
                    <a:pt x="548" y="2645"/>
                    <a:pt x="851" y="2767"/>
                    <a:pt x="1216" y="2767"/>
                  </a:cubicBezTo>
                  <a:cubicBezTo>
                    <a:pt x="1611" y="2767"/>
                    <a:pt x="1885" y="2645"/>
                    <a:pt x="2128" y="2372"/>
                  </a:cubicBezTo>
                  <a:cubicBezTo>
                    <a:pt x="2341" y="2129"/>
                    <a:pt x="2462" y="1794"/>
                    <a:pt x="2462" y="1369"/>
                  </a:cubicBezTo>
                  <a:cubicBezTo>
                    <a:pt x="2462" y="974"/>
                    <a:pt x="2341" y="639"/>
                    <a:pt x="2128" y="366"/>
                  </a:cubicBezTo>
                  <a:cubicBezTo>
                    <a:pt x="1885" y="122"/>
                    <a:pt x="1611" y="1"/>
                    <a:pt x="121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7" name="Google Shape;1907;p48"/>
            <p:cNvSpPr/>
            <p:nvPr/>
          </p:nvSpPr>
          <p:spPr>
            <a:xfrm>
              <a:off x="1273742" y="4404200"/>
              <a:ext cx="103262" cy="128338"/>
            </a:xfrm>
            <a:custGeom>
              <a:avLst/>
              <a:gdLst/>
              <a:ahLst/>
              <a:cxnLst/>
              <a:rect l="l" t="t" r="r" b="b"/>
              <a:pathLst>
                <a:path w="2129" h="2646" extrusionOk="0">
                  <a:moveTo>
                    <a:pt x="1" y="1"/>
                  </a:moveTo>
                  <a:lnTo>
                    <a:pt x="1" y="2645"/>
                  </a:lnTo>
                  <a:lnTo>
                    <a:pt x="365" y="2645"/>
                  </a:lnTo>
                  <a:lnTo>
                    <a:pt x="365" y="1368"/>
                  </a:lnTo>
                  <a:lnTo>
                    <a:pt x="1642" y="2645"/>
                  </a:lnTo>
                  <a:lnTo>
                    <a:pt x="2128" y="2645"/>
                  </a:lnTo>
                  <a:lnTo>
                    <a:pt x="700" y="1216"/>
                  </a:lnTo>
                  <a:lnTo>
                    <a:pt x="2007" y="1"/>
                  </a:lnTo>
                  <a:lnTo>
                    <a:pt x="1551" y="1"/>
                  </a:lnTo>
                  <a:lnTo>
                    <a:pt x="365" y="1125"/>
                  </a:lnTo>
                  <a:lnTo>
                    <a:pt x="365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8" name="Google Shape;1908;p48"/>
            <p:cNvSpPr/>
            <p:nvPr/>
          </p:nvSpPr>
          <p:spPr>
            <a:xfrm>
              <a:off x="480571" y="3577131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1" y="1"/>
                  </a:moveTo>
                  <a:lnTo>
                    <a:pt x="1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09" name="Google Shape;1909;p48"/>
            <p:cNvSpPr/>
            <p:nvPr/>
          </p:nvSpPr>
          <p:spPr>
            <a:xfrm>
              <a:off x="499730" y="3596290"/>
              <a:ext cx="1587826" cy="1220759"/>
            </a:xfrm>
            <a:custGeom>
              <a:avLst/>
              <a:gdLst/>
              <a:ahLst/>
              <a:cxnLst/>
              <a:rect l="l" t="t" r="r" b="b"/>
              <a:pathLst>
                <a:path w="32737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37" y="25168"/>
                  </a:lnTo>
                  <a:lnTo>
                    <a:pt x="327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0" name="Google Shape;1910;p48"/>
            <p:cNvSpPr/>
            <p:nvPr/>
          </p:nvSpPr>
          <p:spPr>
            <a:xfrm>
              <a:off x="498274" y="3597794"/>
              <a:ext cx="1589281" cy="128289"/>
            </a:xfrm>
            <a:custGeom>
              <a:avLst/>
              <a:gdLst/>
              <a:ahLst/>
              <a:cxnLst/>
              <a:rect l="l" t="t" r="r" b="b"/>
              <a:pathLst>
                <a:path w="32767" h="2645" extrusionOk="0">
                  <a:moveTo>
                    <a:pt x="0" y="0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1" name="Google Shape;1911;p48"/>
            <p:cNvSpPr/>
            <p:nvPr/>
          </p:nvSpPr>
          <p:spPr>
            <a:xfrm>
              <a:off x="1976988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2" name="Google Shape;1912;p48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1398"/>
                  </a:moveTo>
                  <a:lnTo>
                    <a:pt x="142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3" name="Google Shape;1913;p48"/>
            <p:cNvSpPr/>
            <p:nvPr/>
          </p:nvSpPr>
          <p:spPr>
            <a:xfrm>
              <a:off x="1988775" y="3627283"/>
              <a:ext cx="69359" cy="67855"/>
            </a:xfrm>
            <a:custGeom>
              <a:avLst/>
              <a:gdLst/>
              <a:ahLst/>
              <a:cxnLst/>
              <a:rect l="l" t="t" r="r" b="b"/>
              <a:pathLst>
                <a:path w="1430" h="1399" fill="none" extrusionOk="0">
                  <a:moveTo>
                    <a:pt x="0" y="0"/>
                  </a:moveTo>
                  <a:lnTo>
                    <a:pt x="1429" y="139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4" name="Google Shape;1914;p48"/>
            <p:cNvSpPr/>
            <p:nvPr/>
          </p:nvSpPr>
          <p:spPr>
            <a:xfrm>
              <a:off x="1851656" y="3613993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1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5" name="Google Shape;1915;p48"/>
            <p:cNvSpPr/>
            <p:nvPr/>
          </p:nvSpPr>
          <p:spPr>
            <a:xfrm>
              <a:off x="1869360" y="3633152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6" name="Google Shape;1916;p48"/>
            <p:cNvSpPr/>
            <p:nvPr/>
          </p:nvSpPr>
          <p:spPr>
            <a:xfrm>
              <a:off x="1869360" y="3646442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7" name="Google Shape;1917;p48"/>
            <p:cNvSpPr/>
            <p:nvPr/>
          </p:nvSpPr>
          <p:spPr>
            <a:xfrm>
              <a:off x="1726373" y="3613993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1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8" name="Google Shape;1918;p48"/>
            <p:cNvSpPr/>
            <p:nvPr/>
          </p:nvSpPr>
          <p:spPr>
            <a:xfrm>
              <a:off x="1741069" y="3689173"/>
              <a:ext cx="63441" cy="49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1"/>
                  </a:moveTo>
                  <a:lnTo>
                    <a:pt x="1308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19" name="Google Shape;1919;p48"/>
            <p:cNvSpPr/>
            <p:nvPr/>
          </p:nvSpPr>
          <p:spPr>
            <a:xfrm>
              <a:off x="865346" y="443960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0"/>
                  </a:moveTo>
                  <a:lnTo>
                    <a:pt x="17630" y="0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0" name="Google Shape;1920;p48"/>
            <p:cNvSpPr/>
            <p:nvPr/>
          </p:nvSpPr>
          <p:spPr>
            <a:xfrm>
              <a:off x="883050" y="4455807"/>
              <a:ext cx="819741" cy="209385"/>
            </a:xfrm>
            <a:custGeom>
              <a:avLst/>
              <a:gdLst/>
              <a:ahLst/>
              <a:cxnLst/>
              <a:rect l="l" t="t" r="r" b="b"/>
              <a:pathLst>
                <a:path w="16901" h="4317" fill="none" extrusionOk="0">
                  <a:moveTo>
                    <a:pt x="16901" y="0"/>
                  </a:moveTo>
                  <a:lnTo>
                    <a:pt x="16901" y="4317"/>
                  </a:lnTo>
                  <a:lnTo>
                    <a:pt x="1" y="4317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22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1" name="Google Shape;1921;p48"/>
            <p:cNvSpPr/>
            <p:nvPr/>
          </p:nvSpPr>
          <p:spPr>
            <a:xfrm>
              <a:off x="775421" y="3855780"/>
              <a:ext cx="169613" cy="185813"/>
            </a:xfrm>
            <a:custGeom>
              <a:avLst/>
              <a:gdLst/>
              <a:ahLst/>
              <a:cxnLst/>
              <a:rect l="l" t="t" r="r" b="b"/>
              <a:pathLst>
                <a:path w="3497" h="3831" extrusionOk="0">
                  <a:moveTo>
                    <a:pt x="1764" y="517"/>
                  </a:moveTo>
                  <a:lnTo>
                    <a:pt x="2463" y="2402"/>
                  </a:lnTo>
                  <a:lnTo>
                    <a:pt x="1065" y="2402"/>
                  </a:lnTo>
                  <a:lnTo>
                    <a:pt x="1764" y="517"/>
                  </a:lnTo>
                  <a:close/>
                  <a:moveTo>
                    <a:pt x="1460" y="0"/>
                  </a:moveTo>
                  <a:lnTo>
                    <a:pt x="1" y="3830"/>
                  </a:lnTo>
                  <a:lnTo>
                    <a:pt x="548" y="3830"/>
                  </a:lnTo>
                  <a:lnTo>
                    <a:pt x="913" y="2858"/>
                  </a:lnTo>
                  <a:lnTo>
                    <a:pt x="2615" y="2858"/>
                  </a:lnTo>
                  <a:lnTo>
                    <a:pt x="2980" y="3830"/>
                  </a:lnTo>
                  <a:lnTo>
                    <a:pt x="3496" y="3830"/>
                  </a:lnTo>
                  <a:lnTo>
                    <a:pt x="203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2" name="Google Shape;1922;p48"/>
            <p:cNvSpPr/>
            <p:nvPr/>
          </p:nvSpPr>
          <p:spPr>
            <a:xfrm>
              <a:off x="972974" y="3855780"/>
              <a:ext cx="143082" cy="185813"/>
            </a:xfrm>
            <a:custGeom>
              <a:avLst/>
              <a:gdLst/>
              <a:ahLst/>
              <a:cxnLst/>
              <a:rect l="l" t="t" r="r" b="b"/>
              <a:pathLst>
                <a:path w="2950" h="3831" extrusionOk="0">
                  <a:moveTo>
                    <a:pt x="1156" y="426"/>
                  </a:moveTo>
                  <a:cubicBezTo>
                    <a:pt x="1399" y="426"/>
                    <a:pt x="1581" y="487"/>
                    <a:pt x="1703" y="608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03" y="1611"/>
                  </a:cubicBezTo>
                  <a:cubicBezTo>
                    <a:pt x="1581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0"/>
                  </a:moveTo>
                  <a:lnTo>
                    <a:pt x="1" y="3830"/>
                  </a:lnTo>
                  <a:lnTo>
                    <a:pt x="518" y="3830"/>
                  </a:lnTo>
                  <a:lnTo>
                    <a:pt x="518" y="2219"/>
                  </a:lnTo>
                  <a:lnTo>
                    <a:pt x="1065" y="2219"/>
                  </a:lnTo>
                  <a:cubicBezTo>
                    <a:pt x="1277" y="2219"/>
                    <a:pt x="1429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0"/>
                  </a:lnTo>
                  <a:lnTo>
                    <a:pt x="2949" y="3830"/>
                  </a:lnTo>
                  <a:lnTo>
                    <a:pt x="2432" y="2766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07" y="2159"/>
                    <a:pt x="1916" y="2067"/>
                    <a:pt x="1794" y="2037"/>
                  </a:cubicBezTo>
                  <a:cubicBezTo>
                    <a:pt x="2007" y="1976"/>
                    <a:pt x="215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6"/>
                    <a:pt x="2129" y="274"/>
                  </a:cubicBezTo>
                  <a:cubicBezTo>
                    <a:pt x="1916" y="92"/>
                    <a:pt x="1581" y="0"/>
                    <a:pt x="1156" y="0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3" name="Google Shape;1923;p48"/>
            <p:cNvSpPr/>
            <p:nvPr/>
          </p:nvSpPr>
          <p:spPr>
            <a:xfrm>
              <a:off x="1148410" y="3855780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1" y="0"/>
                  </a:moveTo>
                  <a:lnTo>
                    <a:pt x="1" y="3830"/>
                  </a:lnTo>
                  <a:lnTo>
                    <a:pt x="2463" y="3830"/>
                  </a:lnTo>
                  <a:lnTo>
                    <a:pt x="2463" y="3374"/>
                  </a:lnTo>
                  <a:lnTo>
                    <a:pt x="518" y="3374"/>
                  </a:lnTo>
                  <a:lnTo>
                    <a:pt x="518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8" y="1581"/>
                  </a:lnTo>
                  <a:lnTo>
                    <a:pt x="518" y="456"/>
                  </a:lnTo>
                  <a:lnTo>
                    <a:pt x="2402" y="456"/>
                  </a:lnTo>
                  <a:lnTo>
                    <a:pt x="2402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4" name="Google Shape;1924;p48"/>
            <p:cNvSpPr/>
            <p:nvPr/>
          </p:nvSpPr>
          <p:spPr>
            <a:xfrm>
              <a:off x="1363667" y="3855780"/>
              <a:ext cx="156324" cy="185813"/>
            </a:xfrm>
            <a:custGeom>
              <a:avLst/>
              <a:gdLst/>
              <a:ahLst/>
              <a:cxnLst/>
              <a:rect l="l" t="t" r="r" b="b"/>
              <a:pathLst>
                <a:path w="3223" h="3831" extrusionOk="0">
                  <a:moveTo>
                    <a:pt x="1" y="0"/>
                  </a:moveTo>
                  <a:lnTo>
                    <a:pt x="1369" y="2007"/>
                  </a:lnTo>
                  <a:lnTo>
                    <a:pt x="1369" y="3830"/>
                  </a:lnTo>
                  <a:lnTo>
                    <a:pt x="1885" y="3830"/>
                  </a:lnTo>
                  <a:lnTo>
                    <a:pt x="1885" y="2007"/>
                  </a:lnTo>
                  <a:lnTo>
                    <a:pt x="3223" y="0"/>
                  </a:lnTo>
                  <a:lnTo>
                    <a:pt x="2676" y="0"/>
                  </a:lnTo>
                  <a:lnTo>
                    <a:pt x="1612" y="1581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5" name="Google Shape;1925;p48"/>
            <p:cNvSpPr/>
            <p:nvPr/>
          </p:nvSpPr>
          <p:spPr>
            <a:xfrm>
              <a:off x="1519944" y="3852821"/>
              <a:ext cx="171068" cy="191730"/>
            </a:xfrm>
            <a:custGeom>
              <a:avLst/>
              <a:gdLst/>
              <a:ahLst/>
              <a:cxnLst/>
              <a:rect l="l" t="t" r="r" b="b"/>
              <a:pathLst>
                <a:path w="3527" h="3953" extrusionOk="0">
                  <a:moveTo>
                    <a:pt x="1764" y="426"/>
                  </a:moveTo>
                  <a:cubicBezTo>
                    <a:pt x="2128" y="426"/>
                    <a:pt x="2432" y="548"/>
                    <a:pt x="2645" y="852"/>
                  </a:cubicBezTo>
                  <a:cubicBezTo>
                    <a:pt x="2858" y="1125"/>
                    <a:pt x="2979" y="1490"/>
                    <a:pt x="2979" y="1976"/>
                  </a:cubicBezTo>
                  <a:cubicBezTo>
                    <a:pt x="2979" y="2463"/>
                    <a:pt x="2858" y="2827"/>
                    <a:pt x="2645" y="3131"/>
                  </a:cubicBezTo>
                  <a:cubicBezTo>
                    <a:pt x="2432" y="3405"/>
                    <a:pt x="2128" y="3527"/>
                    <a:pt x="1764" y="3527"/>
                  </a:cubicBezTo>
                  <a:cubicBezTo>
                    <a:pt x="1399" y="3527"/>
                    <a:pt x="1095" y="3405"/>
                    <a:pt x="882" y="3131"/>
                  </a:cubicBezTo>
                  <a:cubicBezTo>
                    <a:pt x="639" y="2827"/>
                    <a:pt x="548" y="2463"/>
                    <a:pt x="548" y="1976"/>
                  </a:cubicBezTo>
                  <a:cubicBezTo>
                    <a:pt x="548" y="1490"/>
                    <a:pt x="639" y="1125"/>
                    <a:pt x="882" y="852"/>
                  </a:cubicBezTo>
                  <a:cubicBezTo>
                    <a:pt x="1095" y="548"/>
                    <a:pt x="1399" y="426"/>
                    <a:pt x="1764" y="426"/>
                  </a:cubicBezTo>
                  <a:close/>
                  <a:moveTo>
                    <a:pt x="1764" y="1"/>
                  </a:moveTo>
                  <a:cubicBezTo>
                    <a:pt x="1216" y="1"/>
                    <a:pt x="791" y="183"/>
                    <a:pt x="487" y="548"/>
                  </a:cubicBezTo>
                  <a:cubicBezTo>
                    <a:pt x="153" y="913"/>
                    <a:pt x="1" y="1369"/>
                    <a:pt x="1" y="1976"/>
                  </a:cubicBezTo>
                  <a:cubicBezTo>
                    <a:pt x="1" y="2584"/>
                    <a:pt x="153" y="3071"/>
                    <a:pt x="487" y="3435"/>
                  </a:cubicBezTo>
                  <a:cubicBezTo>
                    <a:pt x="791" y="3770"/>
                    <a:pt x="1216" y="3952"/>
                    <a:pt x="1764" y="3952"/>
                  </a:cubicBezTo>
                  <a:cubicBezTo>
                    <a:pt x="2311" y="3952"/>
                    <a:pt x="2736" y="3770"/>
                    <a:pt x="3040" y="3435"/>
                  </a:cubicBezTo>
                  <a:cubicBezTo>
                    <a:pt x="3375" y="3071"/>
                    <a:pt x="3527" y="2584"/>
                    <a:pt x="3527" y="1976"/>
                  </a:cubicBezTo>
                  <a:cubicBezTo>
                    <a:pt x="3527" y="1369"/>
                    <a:pt x="3375" y="913"/>
                    <a:pt x="3040" y="548"/>
                  </a:cubicBezTo>
                  <a:cubicBezTo>
                    <a:pt x="2736" y="183"/>
                    <a:pt x="2311" y="1"/>
                    <a:pt x="1764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6" name="Google Shape;1926;p48"/>
            <p:cNvSpPr/>
            <p:nvPr/>
          </p:nvSpPr>
          <p:spPr>
            <a:xfrm>
              <a:off x="1727828" y="3855780"/>
              <a:ext cx="140124" cy="188772"/>
            </a:xfrm>
            <a:custGeom>
              <a:avLst/>
              <a:gdLst/>
              <a:ahLst/>
              <a:cxnLst/>
              <a:rect l="l" t="t" r="r" b="b"/>
              <a:pathLst>
                <a:path w="2889" h="3892" extrusionOk="0">
                  <a:moveTo>
                    <a:pt x="0" y="0"/>
                  </a:moveTo>
                  <a:lnTo>
                    <a:pt x="0" y="2402"/>
                  </a:lnTo>
                  <a:cubicBezTo>
                    <a:pt x="0" y="2888"/>
                    <a:pt x="122" y="3253"/>
                    <a:pt x="365" y="3526"/>
                  </a:cubicBezTo>
                  <a:cubicBezTo>
                    <a:pt x="608" y="3770"/>
                    <a:pt x="973" y="3891"/>
                    <a:pt x="1459" y="3891"/>
                  </a:cubicBezTo>
                  <a:cubicBezTo>
                    <a:pt x="1915" y="3891"/>
                    <a:pt x="2280" y="3770"/>
                    <a:pt x="2523" y="3526"/>
                  </a:cubicBezTo>
                  <a:cubicBezTo>
                    <a:pt x="2766" y="3253"/>
                    <a:pt x="2888" y="2888"/>
                    <a:pt x="2888" y="2402"/>
                  </a:cubicBezTo>
                  <a:lnTo>
                    <a:pt x="2888" y="0"/>
                  </a:lnTo>
                  <a:lnTo>
                    <a:pt x="2371" y="0"/>
                  </a:lnTo>
                  <a:lnTo>
                    <a:pt x="2371" y="2311"/>
                  </a:lnTo>
                  <a:cubicBezTo>
                    <a:pt x="2371" y="2736"/>
                    <a:pt x="2311" y="3040"/>
                    <a:pt x="2159" y="3222"/>
                  </a:cubicBezTo>
                  <a:cubicBezTo>
                    <a:pt x="2007" y="3374"/>
                    <a:pt x="1763" y="3466"/>
                    <a:pt x="1459" y="3466"/>
                  </a:cubicBezTo>
                  <a:cubicBezTo>
                    <a:pt x="1125" y="3466"/>
                    <a:pt x="882" y="3374"/>
                    <a:pt x="730" y="3222"/>
                  </a:cubicBezTo>
                  <a:cubicBezTo>
                    <a:pt x="578" y="3040"/>
                    <a:pt x="517" y="2736"/>
                    <a:pt x="517" y="2311"/>
                  </a:cubicBezTo>
                  <a:lnTo>
                    <a:pt x="517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7" name="Google Shape;1927;p48"/>
            <p:cNvSpPr/>
            <p:nvPr/>
          </p:nvSpPr>
          <p:spPr>
            <a:xfrm>
              <a:off x="865346" y="4091648"/>
              <a:ext cx="144537" cy="185813"/>
            </a:xfrm>
            <a:custGeom>
              <a:avLst/>
              <a:gdLst/>
              <a:ahLst/>
              <a:cxnLst/>
              <a:rect l="l" t="t" r="r" b="b"/>
              <a:pathLst>
                <a:path w="2980" h="3831" extrusionOk="0">
                  <a:moveTo>
                    <a:pt x="1156" y="426"/>
                  </a:moveTo>
                  <a:cubicBezTo>
                    <a:pt x="1399" y="426"/>
                    <a:pt x="1612" y="487"/>
                    <a:pt x="1734" y="609"/>
                  </a:cubicBezTo>
                  <a:cubicBezTo>
                    <a:pt x="1855" y="730"/>
                    <a:pt x="1916" y="882"/>
                    <a:pt x="1916" y="1095"/>
                  </a:cubicBezTo>
                  <a:cubicBezTo>
                    <a:pt x="1916" y="1338"/>
                    <a:pt x="1855" y="1490"/>
                    <a:pt x="1734" y="1612"/>
                  </a:cubicBezTo>
                  <a:cubicBezTo>
                    <a:pt x="1612" y="1733"/>
                    <a:pt x="1399" y="1794"/>
                    <a:pt x="1156" y="1794"/>
                  </a:cubicBezTo>
                  <a:lnTo>
                    <a:pt x="518" y="1794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518" y="3831"/>
                  </a:lnTo>
                  <a:lnTo>
                    <a:pt x="518" y="2220"/>
                  </a:lnTo>
                  <a:lnTo>
                    <a:pt x="1065" y="2220"/>
                  </a:lnTo>
                  <a:cubicBezTo>
                    <a:pt x="1278" y="2220"/>
                    <a:pt x="1430" y="2250"/>
                    <a:pt x="1551" y="2341"/>
                  </a:cubicBezTo>
                  <a:cubicBezTo>
                    <a:pt x="1673" y="2432"/>
                    <a:pt x="1794" y="2584"/>
                    <a:pt x="1916" y="2858"/>
                  </a:cubicBezTo>
                  <a:lnTo>
                    <a:pt x="2402" y="3831"/>
                  </a:lnTo>
                  <a:lnTo>
                    <a:pt x="2980" y="3831"/>
                  </a:lnTo>
                  <a:lnTo>
                    <a:pt x="2433" y="2767"/>
                  </a:lnTo>
                  <a:cubicBezTo>
                    <a:pt x="2341" y="2554"/>
                    <a:pt x="2220" y="2402"/>
                    <a:pt x="2129" y="2280"/>
                  </a:cubicBezTo>
                  <a:cubicBezTo>
                    <a:pt x="2037" y="2159"/>
                    <a:pt x="1916" y="2068"/>
                    <a:pt x="1794" y="2037"/>
                  </a:cubicBezTo>
                  <a:cubicBezTo>
                    <a:pt x="2007" y="1976"/>
                    <a:pt x="2189" y="1855"/>
                    <a:pt x="2281" y="1703"/>
                  </a:cubicBezTo>
                  <a:cubicBezTo>
                    <a:pt x="2402" y="1551"/>
                    <a:pt x="2463" y="1338"/>
                    <a:pt x="2463" y="1095"/>
                  </a:cubicBezTo>
                  <a:cubicBezTo>
                    <a:pt x="2463" y="730"/>
                    <a:pt x="2341" y="457"/>
                    <a:pt x="2129" y="274"/>
                  </a:cubicBezTo>
                  <a:cubicBezTo>
                    <a:pt x="1916" y="92"/>
                    <a:pt x="1612" y="1"/>
                    <a:pt x="1156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8" name="Google Shape;1928;p48"/>
            <p:cNvSpPr/>
            <p:nvPr/>
          </p:nvSpPr>
          <p:spPr>
            <a:xfrm>
              <a:off x="1040830" y="4091648"/>
              <a:ext cx="119462" cy="185813"/>
            </a:xfrm>
            <a:custGeom>
              <a:avLst/>
              <a:gdLst/>
              <a:ahLst/>
              <a:cxnLst/>
              <a:rect l="l" t="t" r="r" b="b"/>
              <a:pathLst>
                <a:path w="2463" h="3831" extrusionOk="0">
                  <a:moveTo>
                    <a:pt x="0" y="1"/>
                  </a:moveTo>
                  <a:lnTo>
                    <a:pt x="0" y="3831"/>
                  </a:lnTo>
                  <a:lnTo>
                    <a:pt x="2462" y="3831"/>
                  </a:lnTo>
                  <a:lnTo>
                    <a:pt x="2462" y="3375"/>
                  </a:lnTo>
                  <a:lnTo>
                    <a:pt x="517" y="3375"/>
                  </a:lnTo>
                  <a:lnTo>
                    <a:pt x="517" y="2007"/>
                  </a:lnTo>
                  <a:lnTo>
                    <a:pt x="2341" y="2007"/>
                  </a:lnTo>
                  <a:lnTo>
                    <a:pt x="2341" y="1581"/>
                  </a:lnTo>
                  <a:lnTo>
                    <a:pt x="517" y="1581"/>
                  </a:lnTo>
                  <a:lnTo>
                    <a:pt x="517" y="457"/>
                  </a:lnTo>
                  <a:lnTo>
                    <a:pt x="2432" y="457"/>
                  </a:lnTo>
                  <a:lnTo>
                    <a:pt x="2432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29" name="Google Shape;1929;p48"/>
            <p:cNvSpPr/>
            <p:nvPr/>
          </p:nvSpPr>
          <p:spPr>
            <a:xfrm>
              <a:off x="1179403" y="4091648"/>
              <a:ext cx="168110" cy="185813"/>
            </a:xfrm>
            <a:custGeom>
              <a:avLst/>
              <a:gdLst/>
              <a:ahLst/>
              <a:cxnLst/>
              <a:rect l="l" t="t" r="r" b="b"/>
              <a:pathLst>
                <a:path w="3466" h="3831" extrusionOk="0">
                  <a:moveTo>
                    <a:pt x="1733" y="518"/>
                  </a:moveTo>
                  <a:lnTo>
                    <a:pt x="2432" y="2402"/>
                  </a:lnTo>
                  <a:lnTo>
                    <a:pt x="1034" y="2402"/>
                  </a:lnTo>
                  <a:lnTo>
                    <a:pt x="1733" y="518"/>
                  </a:lnTo>
                  <a:close/>
                  <a:moveTo>
                    <a:pt x="1429" y="1"/>
                  </a:moveTo>
                  <a:lnTo>
                    <a:pt x="0" y="3831"/>
                  </a:lnTo>
                  <a:lnTo>
                    <a:pt x="517" y="3831"/>
                  </a:lnTo>
                  <a:lnTo>
                    <a:pt x="882" y="2858"/>
                  </a:lnTo>
                  <a:lnTo>
                    <a:pt x="2584" y="2858"/>
                  </a:lnTo>
                  <a:lnTo>
                    <a:pt x="2949" y="3831"/>
                  </a:lnTo>
                  <a:lnTo>
                    <a:pt x="3465" y="3831"/>
                  </a:lnTo>
                  <a:lnTo>
                    <a:pt x="2037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0" name="Google Shape;1930;p48"/>
            <p:cNvSpPr/>
            <p:nvPr/>
          </p:nvSpPr>
          <p:spPr>
            <a:xfrm>
              <a:off x="1375453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126" y="426"/>
                  </a:moveTo>
                  <a:cubicBezTo>
                    <a:pt x="1673" y="426"/>
                    <a:pt x="2037" y="548"/>
                    <a:pt x="2281" y="791"/>
                  </a:cubicBezTo>
                  <a:cubicBezTo>
                    <a:pt x="2524" y="1034"/>
                    <a:pt x="2645" y="1399"/>
                    <a:pt x="2645" y="1916"/>
                  </a:cubicBezTo>
                  <a:cubicBezTo>
                    <a:pt x="2645" y="2432"/>
                    <a:pt x="2524" y="2797"/>
                    <a:pt x="2281" y="3040"/>
                  </a:cubicBezTo>
                  <a:cubicBezTo>
                    <a:pt x="2037" y="3284"/>
                    <a:pt x="1673" y="3405"/>
                    <a:pt x="1126" y="3405"/>
                  </a:cubicBezTo>
                  <a:lnTo>
                    <a:pt x="518" y="3405"/>
                  </a:lnTo>
                  <a:lnTo>
                    <a:pt x="518" y="426"/>
                  </a:lnTo>
                  <a:close/>
                  <a:moveTo>
                    <a:pt x="1" y="1"/>
                  </a:moveTo>
                  <a:lnTo>
                    <a:pt x="1" y="3831"/>
                  </a:lnTo>
                  <a:lnTo>
                    <a:pt x="1065" y="3831"/>
                  </a:lnTo>
                  <a:cubicBezTo>
                    <a:pt x="1794" y="3831"/>
                    <a:pt x="2341" y="3679"/>
                    <a:pt x="2676" y="3375"/>
                  </a:cubicBezTo>
                  <a:cubicBezTo>
                    <a:pt x="3010" y="3040"/>
                    <a:pt x="3192" y="2584"/>
                    <a:pt x="3192" y="1916"/>
                  </a:cubicBezTo>
                  <a:cubicBezTo>
                    <a:pt x="3192" y="1247"/>
                    <a:pt x="3010" y="791"/>
                    <a:pt x="2676" y="487"/>
                  </a:cubicBezTo>
                  <a:cubicBezTo>
                    <a:pt x="2341" y="153"/>
                    <a:pt x="1794" y="1"/>
                    <a:pt x="1065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1" name="Google Shape;1931;p48"/>
            <p:cNvSpPr/>
            <p:nvPr/>
          </p:nvSpPr>
          <p:spPr>
            <a:xfrm>
              <a:off x="1531730" y="4091648"/>
              <a:ext cx="154868" cy="185813"/>
            </a:xfrm>
            <a:custGeom>
              <a:avLst/>
              <a:gdLst/>
              <a:ahLst/>
              <a:cxnLst/>
              <a:rect l="l" t="t" r="r" b="b"/>
              <a:pathLst>
                <a:path w="3193" h="3831" extrusionOk="0">
                  <a:moveTo>
                    <a:pt x="1" y="1"/>
                  </a:moveTo>
                  <a:lnTo>
                    <a:pt x="1338" y="2007"/>
                  </a:lnTo>
                  <a:lnTo>
                    <a:pt x="1338" y="3831"/>
                  </a:lnTo>
                  <a:lnTo>
                    <a:pt x="1855" y="3831"/>
                  </a:lnTo>
                  <a:lnTo>
                    <a:pt x="1855" y="2007"/>
                  </a:lnTo>
                  <a:lnTo>
                    <a:pt x="3192" y="1"/>
                  </a:lnTo>
                  <a:lnTo>
                    <a:pt x="2645" y="1"/>
                  </a:lnTo>
                  <a:lnTo>
                    <a:pt x="1612" y="1581"/>
                  </a:lnTo>
                  <a:lnTo>
                    <a:pt x="548" y="1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2" name="Google Shape;1932;p48"/>
            <p:cNvSpPr/>
            <p:nvPr/>
          </p:nvSpPr>
          <p:spPr>
            <a:xfrm>
              <a:off x="1704256" y="4088690"/>
              <a:ext cx="98800" cy="188772"/>
            </a:xfrm>
            <a:custGeom>
              <a:avLst/>
              <a:gdLst/>
              <a:ahLst/>
              <a:cxnLst/>
              <a:rect l="l" t="t" r="r" b="b"/>
              <a:pathLst>
                <a:path w="2037" h="3892" extrusionOk="0">
                  <a:moveTo>
                    <a:pt x="1003" y="1"/>
                  </a:moveTo>
                  <a:cubicBezTo>
                    <a:pt x="821" y="1"/>
                    <a:pt x="669" y="31"/>
                    <a:pt x="486" y="62"/>
                  </a:cubicBezTo>
                  <a:cubicBezTo>
                    <a:pt x="334" y="123"/>
                    <a:pt x="182" y="183"/>
                    <a:pt x="0" y="305"/>
                  </a:cubicBezTo>
                  <a:lnTo>
                    <a:pt x="0" y="761"/>
                  </a:lnTo>
                  <a:cubicBezTo>
                    <a:pt x="182" y="670"/>
                    <a:pt x="334" y="579"/>
                    <a:pt x="486" y="518"/>
                  </a:cubicBezTo>
                  <a:cubicBezTo>
                    <a:pt x="638" y="457"/>
                    <a:pt x="790" y="427"/>
                    <a:pt x="912" y="427"/>
                  </a:cubicBezTo>
                  <a:cubicBezTo>
                    <a:pt x="1094" y="427"/>
                    <a:pt x="1246" y="457"/>
                    <a:pt x="1368" y="548"/>
                  </a:cubicBezTo>
                  <a:cubicBezTo>
                    <a:pt x="1459" y="670"/>
                    <a:pt x="1520" y="791"/>
                    <a:pt x="1520" y="943"/>
                  </a:cubicBezTo>
                  <a:cubicBezTo>
                    <a:pt x="1520" y="1004"/>
                    <a:pt x="1489" y="1095"/>
                    <a:pt x="1459" y="1186"/>
                  </a:cubicBezTo>
                  <a:cubicBezTo>
                    <a:pt x="1429" y="1247"/>
                    <a:pt x="1338" y="1338"/>
                    <a:pt x="1246" y="1430"/>
                  </a:cubicBezTo>
                  <a:lnTo>
                    <a:pt x="1034" y="1642"/>
                  </a:lnTo>
                  <a:cubicBezTo>
                    <a:pt x="882" y="1794"/>
                    <a:pt x="760" y="1946"/>
                    <a:pt x="730" y="2037"/>
                  </a:cubicBezTo>
                  <a:cubicBezTo>
                    <a:pt x="669" y="2159"/>
                    <a:pt x="638" y="2281"/>
                    <a:pt x="638" y="2463"/>
                  </a:cubicBezTo>
                  <a:lnTo>
                    <a:pt x="638" y="2858"/>
                  </a:lnTo>
                  <a:lnTo>
                    <a:pt x="1125" y="2858"/>
                  </a:lnTo>
                  <a:lnTo>
                    <a:pt x="1125" y="2554"/>
                  </a:lnTo>
                  <a:cubicBezTo>
                    <a:pt x="1125" y="2463"/>
                    <a:pt x="1125" y="2372"/>
                    <a:pt x="1155" y="2341"/>
                  </a:cubicBezTo>
                  <a:cubicBezTo>
                    <a:pt x="1155" y="2281"/>
                    <a:pt x="1155" y="2250"/>
                    <a:pt x="1155" y="2220"/>
                  </a:cubicBezTo>
                  <a:cubicBezTo>
                    <a:pt x="1186" y="2159"/>
                    <a:pt x="1216" y="2129"/>
                    <a:pt x="1246" y="2068"/>
                  </a:cubicBezTo>
                  <a:cubicBezTo>
                    <a:pt x="1277" y="2037"/>
                    <a:pt x="1338" y="1977"/>
                    <a:pt x="1398" y="1886"/>
                  </a:cubicBezTo>
                  <a:lnTo>
                    <a:pt x="1641" y="1673"/>
                  </a:lnTo>
                  <a:cubicBezTo>
                    <a:pt x="1793" y="1521"/>
                    <a:pt x="1885" y="1399"/>
                    <a:pt x="1945" y="1278"/>
                  </a:cubicBezTo>
                  <a:cubicBezTo>
                    <a:pt x="2006" y="1156"/>
                    <a:pt x="2037" y="1034"/>
                    <a:pt x="2037" y="913"/>
                  </a:cubicBezTo>
                  <a:cubicBezTo>
                    <a:pt x="2037" y="639"/>
                    <a:pt x="1945" y="427"/>
                    <a:pt x="1763" y="244"/>
                  </a:cubicBezTo>
                  <a:cubicBezTo>
                    <a:pt x="1581" y="92"/>
                    <a:pt x="1307" y="1"/>
                    <a:pt x="1003" y="1"/>
                  </a:cubicBezTo>
                  <a:close/>
                  <a:moveTo>
                    <a:pt x="638" y="3223"/>
                  </a:moveTo>
                  <a:lnTo>
                    <a:pt x="638" y="3892"/>
                  </a:lnTo>
                  <a:lnTo>
                    <a:pt x="1155" y="3892"/>
                  </a:lnTo>
                  <a:lnTo>
                    <a:pt x="1155" y="3223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3" name="Google Shape;1933;p48"/>
            <p:cNvSpPr/>
            <p:nvPr/>
          </p:nvSpPr>
          <p:spPr>
            <a:xfrm>
              <a:off x="1200017" y="4474965"/>
              <a:ext cx="119462" cy="132751"/>
            </a:xfrm>
            <a:custGeom>
              <a:avLst/>
              <a:gdLst/>
              <a:ahLst/>
              <a:cxnLst/>
              <a:rect l="l" t="t" r="r" b="b"/>
              <a:pathLst>
                <a:path w="2463" h="2737" extrusionOk="0">
                  <a:moveTo>
                    <a:pt x="1247" y="274"/>
                  </a:moveTo>
                  <a:cubicBezTo>
                    <a:pt x="1490" y="274"/>
                    <a:pt x="1703" y="365"/>
                    <a:pt x="1855" y="578"/>
                  </a:cubicBezTo>
                  <a:cubicBezTo>
                    <a:pt x="2007" y="761"/>
                    <a:pt x="2098" y="1034"/>
                    <a:pt x="2098" y="1368"/>
                  </a:cubicBezTo>
                  <a:cubicBezTo>
                    <a:pt x="2098" y="1703"/>
                    <a:pt x="2007" y="1976"/>
                    <a:pt x="1855" y="2159"/>
                  </a:cubicBezTo>
                  <a:cubicBezTo>
                    <a:pt x="1703" y="2341"/>
                    <a:pt x="1490" y="2463"/>
                    <a:pt x="1247" y="2463"/>
                  </a:cubicBezTo>
                  <a:cubicBezTo>
                    <a:pt x="973" y="2463"/>
                    <a:pt x="761" y="2341"/>
                    <a:pt x="609" y="2159"/>
                  </a:cubicBezTo>
                  <a:cubicBezTo>
                    <a:pt x="457" y="1976"/>
                    <a:pt x="396" y="1703"/>
                    <a:pt x="396" y="1368"/>
                  </a:cubicBezTo>
                  <a:cubicBezTo>
                    <a:pt x="396" y="1034"/>
                    <a:pt x="457" y="761"/>
                    <a:pt x="609" y="578"/>
                  </a:cubicBezTo>
                  <a:cubicBezTo>
                    <a:pt x="761" y="365"/>
                    <a:pt x="973" y="274"/>
                    <a:pt x="1247" y="274"/>
                  </a:cubicBezTo>
                  <a:close/>
                  <a:moveTo>
                    <a:pt x="1247" y="1"/>
                  </a:moveTo>
                  <a:cubicBezTo>
                    <a:pt x="882" y="1"/>
                    <a:pt x="578" y="122"/>
                    <a:pt x="335" y="365"/>
                  </a:cubicBezTo>
                  <a:cubicBezTo>
                    <a:pt x="122" y="609"/>
                    <a:pt x="1" y="943"/>
                    <a:pt x="1" y="1368"/>
                  </a:cubicBezTo>
                  <a:cubicBezTo>
                    <a:pt x="1" y="1794"/>
                    <a:pt x="122" y="2128"/>
                    <a:pt x="335" y="2371"/>
                  </a:cubicBezTo>
                  <a:cubicBezTo>
                    <a:pt x="578" y="2615"/>
                    <a:pt x="882" y="2736"/>
                    <a:pt x="1247" y="2736"/>
                  </a:cubicBezTo>
                  <a:cubicBezTo>
                    <a:pt x="1612" y="2736"/>
                    <a:pt x="1916" y="2615"/>
                    <a:pt x="2128" y="2371"/>
                  </a:cubicBezTo>
                  <a:cubicBezTo>
                    <a:pt x="2372" y="2128"/>
                    <a:pt x="2463" y="1794"/>
                    <a:pt x="2463" y="1368"/>
                  </a:cubicBezTo>
                  <a:cubicBezTo>
                    <a:pt x="2463" y="943"/>
                    <a:pt x="2372" y="609"/>
                    <a:pt x="2128" y="365"/>
                  </a:cubicBezTo>
                  <a:cubicBezTo>
                    <a:pt x="1916" y="122"/>
                    <a:pt x="1612" y="1"/>
                    <a:pt x="1247" y="1"/>
                  </a:cubicBez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4" name="Google Shape;1934;p48"/>
            <p:cNvSpPr/>
            <p:nvPr/>
          </p:nvSpPr>
          <p:spPr>
            <a:xfrm>
              <a:off x="1347467" y="4476469"/>
              <a:ext cx="101758" cy="128289"/>
            </a:xfrm>
            <a:custGeom>
              <a:avLst/>
              <a:gdLst/>
              <a:ahLst/>
              <a:cxnLst/>
              <a:rect l="l" t="t" r="r" b="b"/>
              <a:pathLst>
                <a:path w="2098" h="2645" extrusionOk="0">
                  <a:moveTo>
                    <a:pt x="0" y="0"/>
                  </a:moveTo>
                  <a:lnTo>
                    <a:pt x="0" y="2644"/>
                  </a:lnTo>
                  <a:lnTo>
                    <a:pt x="365" y="2644"/>
                  </a:lnTo>
                  <a:lnTo>
                    <a:pt x="365" y="1368"/>
                  </a:lnTo>
                  <a:lnTo>
                    <a:pt x="1611" y="2644"/>
                  </a:lnTo>
                  <a:lnTo>
                    <a:pt x="2098" y="2644"/>
                  </a:lnTo>
                  <a:lnTo>
                    <a:pt x="699" y="1246"/>
                  </a:lnTo>
                  <a:lnTo>
                    <a:pt x="2006" y="0"/>
                  </a:lnTo>
                  <a:lnTo>
                    <a:pt x="1551" y="0"/>
                  </a:lnTo>
                  <a:lnTo>
                    <a:pt x="365" y="1125"/>
                  </a:lnTo>
                  <a:lnTo>
                    <a:pt x="365" y="0"/>
                  </a:lnTo>
                  <a:close/>
                </a:path>
              </a:pathLst>
            </a:custGeom>
            <a:solidFill>
              <a:srgbClr val="1D1B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5" name="Google Shape;1935;p48"/>
            <p:cNvSpPr/>
            <p:nvPr/>
          </p:nvSpPr>
          <p:spPr>
            <a:xfrm>
              <a:off x="554296" y="3650856"/>
              <a:ext cx="1624688" cy="1260531"/>
            </a:xfrm>
            <a:custGeom>
              <a:avLst/>
              <a:gdLst/>
              <a:ahLst/>
              <a:cxnLst/>
              <a:rect l="l" t="t" r="r" b="b"/>
              <a:pathLst>
                <a:path w="33497" h="25989" extrusionOk="0">
                  <a:moveTo>
                    <a:pt x="0" y="1"/>
                  </a:moveTo>
                  <a:lnTo>
                    <a:pt x="0" y="25989"/>
                  </a:lnTo>
                  <a:lnTo>
                    <a:pt x="33497" y="25989"/>
                  </a:lnTo>
                  <a:lnTo>
                    <a:pt x="334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6" name="Google Shape;1936;p48"/>
            <p:cNvSpPr/>
            <p:nvPr/>
          </p:nvSpPr>
          <p:spPr>
            <a:xfrm>
              <a:off x="570496" y="3670014"/>
              <a:ext cx="1589330" cy="1220759"/>
            </a:xfrm>
            <a:custGeom>
              <a:avLst/>
              <a:gdLst/>
              <a:ahLst/>
              <a:cxnLst/>
              <a:rect l="l" t="t" r="r" b="b"/>
              <a:pathLst>
                <a:path w="32768" h="25169" extrusionOk="0">
                  <a:moveTo>
                    <a:pt x="1" y="1"/>
                  </a:moveTo>
                  <a:lnTo>
                    <a:pt x="1" y="25168"/>
                  </a:lnTo>
                  <a:lnTo>
                    <a:pt x="32767" y="25168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7" name="Google Shape;1937;p48"/>
            <p:cNvSpPr/>
            <p:nvPr/>
          </p:nvSpPr>
          <p:spPr>
            <a:xfrm>
              <a:off x="571999" y="3670014"/>
              <a:ext cx="1589281" cy="128338"/>
            </a:xfrm>
            <a:custGeom>
              <a:avLst/>
              <a:gdLst/>
              <a:ahLst/>
              <a:cxnLst/>
              <a:rect l="l" t="t" r="r" b="b"/>
              <a:pathLst>
                <a:path w="32767" h="2646" extrusionOk="0">
                  <a:moveTo>
                    <a:pt x="0" y="1"/>
                  </a:moveTo>
                  <a:lnTo>
                    <a:pt x="0" y="2645"/>
                  </a:lnTo>
                  <a:lnTo>
                    <a:pt x="32767" y="2645"/>
                  </a:lnTo>
                  <a:lnTo>
                    <a:pt x="327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8" name="Google Shape;1938;p48"/>
            <p:cNvSpPr/>
            <p:nvPr/>
          </p:nvSpPr>
          <p:spPr>
            <a:xfrm>
              <a:off x="2049210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1" y="0"/>
                  </a:moveTo>
                  <a:lnTo>
                    <a:pt x="1" y="1946"/>
                  </a:lnTo>
                  <a:lnTo>
                    <a:pt x="1916" y="1946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39" name="Google Shape;1939;p48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399"/>
                  </a:moveTo>
                  <a:lnTo>
                    <a:pt x="1398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0" name="Google Shape;1940;p48"/>
            <p:cNvSpPr/>
            <p:nvPr/>
          </p:nvSpPr>
          <p:spPr>
            <a:xfrm>
              <a:off x="2062499" y="3700959"/>
              <a:ext cx="67855" cy="67904"/>
            </a:xfrm>
            <a:custGeom>
              <a:avLst/>
              <a:gdLst/>
              <a:ahLst/>
              <a:cxnLst/>
              <a:rect l="l" t="t" r="r" b="b"/>
              <a:pathLst>
                <a:path w="1399" h="1400" fill="none" extrusionOk="0">
                  <a:moveTo>
                    <a:pt x="0" y="1"/>
                  </a:moveTo>
                  <a:lnTo>
                    <a:pt x="1398" y="1399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1" name="Google Shape;1941;p48"/>
            <p:cNvSpPr/>
            <p:nvPr/>
          </p:nvSpPr>
          <p:spPr>
            <a:xfrm>
              <a:off x="1923926" y="3687718"/>
              <a:ext cx="92882" cy="94386"/>
            </a:xfrm>
            <a:custGeom>
              <a:avLst/>
              <a:gdLst/>
              <a:ahLst/>
              <a:cxnLst/>
              <a:rect l="l" t="t" r="r" b="b"/>
              <a:pathLst>
                <a:path w="1915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2" name="Google Shape;1942;p48"/>
            <p:cNvSpPr/>
            <p:nvPr/>
          </p:nvSpPr>
          <p:spPr>
            <a:xfrm>
              <a:off x="1943085" y="3706876"/>
              <a:ext cx="57524" cy="56069"/>
            </a:xfrm>
            <a:custGeom>
              <a:avLst/>
              <a:gdLst/>
              <a:ahLst/>
              <a:cxnLst/>
              <a:rect l="l" t="t" r="r" b="b"/>
              <a:pathLst>
                <a:path w="1186" h="1156" fill="none" extrusionOk="0">
                  <a:moveTo>
                    <a:pt x="0" y="1"/>
                  </a:moveTo>
                  <a:lnTo>
                    <a:pt x="1186" y="1"/>
                  </a:lnTo>
                  <a:lnTo>
                    <a:pt x="1186" y="1156"/>
                  </a:lnTo>
                  <a:lnTo>
                    <a:pt x="0" y="1156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3" name="Google Shape;1943;p48"/>
            <p:cNvSpPr/>
            <p:nvPr/>
          </p:nvSpPr>
          <p:spPr>
            <a:xfrm>
              <a:off x="1943085" y="3720166"/>
              <a:ext cx="57524" cy="49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6" y="0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4" name="Google Shape;1944;p48"/>
            <p:cNvSpPr/>
            <p:nvPr/>
          </p:nvSpPr>
          <p:spPr>
            <a:xfrm>
              <a:off x="1798594" y="3687718"/>
              <a:ext cx="92931" cy="94386"/>
            </a:xfrm>
            <a:custGeom>
              <a:avLst/>
              <a:gdLst/>
              <a:ahLst/>
              <a:cxnLst/>
              <a:rect l="l" t="t" r="r" b="b"/>
              <a:pathLst>
                <a:path w="1916" h="1946" extrusionOk="0">
                  <a:moveTo>
                    <a:pt x="0" y="0"/>
                  </a:moveTo>
                  <a:lnTo>
                    <a:pt x="0" y="1946"/>
                  </a:lnTo>
                  <a:lnTo>
                    <a:pt x="1915" y="1946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5" name="Google Shape;1945;p48"/>
            <p:cNvSpPr/>
            <p:nvPr/>
          </p:nvSpPr>
          <p:spPr>
            <a:xfrm>
              <a:off x="1814794" y="3762897"/>
              <a:ext cx="61986" cy="49"/>
            </a:xfrm>
            <a:custGeom>
              <a:avLst/>
              <a:gdLst/>
              <a:ahLst/>
              <a:cxnLst/>
              <a:rect l="l" t="t" r="r" b="b"/>
              <a:pathLst>
                <a:path w="1278" h="1" fill="none" extrusionOk="0">
                  <a:moveTo>
                    <a:pt x="1" y="1"/>
                  </a:moveTo>
                  <a:lnTo>
                    <a:pt x="1277" y="1"/>
                  </a:lnTo>
                </a:path>
              </a:pathLst>
            </a:custGeom>
            <a:noFill/>
            <a:ln w="4550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6" name="Google Shape;1946;p48"/>
            <p:cNvSpPr/>
            <p:nvPr/>
          </p:nvSpPr>
          <p:spPr>
            <a:xfrm>
              <a:off x="939071" y="4511827"/>
              <a:ext cx="855148" cy="241833"/>
            </a:xfrm>
            <a:custGeom>
              <a:avLst/>
              <a:gdLst/>
              <a:ahLst/>
              <a:cxnLst/>
              <a:rect l="l" t="t" r="r" b="b"/>
              <a:pathLst>
                <a:path w="17631" h="4986" fill="none" extrusionOk="0">
                  <a:moveTo>
                    <a:pt x="1" y="1"/>
                  </a:moveTo>
                  <a:lnTo>
                    <a:pt x="17630" y="1"/>
                  </a:lnTo>
                  <a:lnTo>
                    <a:pt x="17630" y="4985"/>
                  </a:lnTo>
                  <a:lnTo>
                    <a:pt x="1" y="498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47" name="Google Shape;1947;p48"/>
            <p:cNvSpPr/>
            <p:nvPr/>
          </p:nvSpPr>
          <p:spPr>
            <a:xfrm>
              <a:off x="956774" y="4528027"/>
              <a:ext cx="819741" cy="207930"/>
            </a:xfrm>
            <a:custGeom>
              <a:avLst/>
              <a:gdLst/>
              <a:ahLst/>
              <a:cxnLst/>
              <a:rect l="l" t="t" r="r" b="b"/>
              <a:pathLst>
                <a:path w="16901" h="4287" fill="none" extrusionOk="0">
                  <a:moveTo>
                    <a:pt x="16900" y="1"/>
                  </a:moveTo>
                  <a:lnTo>
                    <a:pt x="16900" y="4287"/>
                  </a:lnTo>
                  <a:lnTo>
                    <a:pt x="0" y="4287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948" name="Google Shape;1948;p48"/>
          <p:cNvGrpSpPr/>
          <p:nvPr/>
        </p:nvGrpSpPr>
        <p:grpSpPr>
          <a:xfrm rot="5091165" flipH="1">
            <a:off x="241285" y="4161991"/>
            <a:ext cx="573921" cy="945590"/>
            <a:chOff x="1279175" y="2762450"/>
            <a:chExt cx="644426" cy="1061755"/>
          </a:xfrm>
        </p:grpSpPr>
        <p:sp>
          <p:nvSpPr>
            <p:cNvPr id="1949" name="Google Shape;1949;p48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50" name="Google Shape;1950;p48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1951" name="Google Shape;1951;p48"/>
          <p:cNvSpPr/>
          <p:nvPr/>
        </p:nvSpPr>
        <p:spPr>
          <a:xfrm>
            <a:off x="6545988" y="2920563"/>
            <a:ext cx="1190616" cy="293278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algn="ctr"/>
            <a:r>
              <a:rPr lang="en-US" b="1" u="sng" dirty="0">
                <a:latin typeface="Algerian" pitchFamily="82" charset="0"/>
                <a:cs typeface="Times New Roman" pitchFamily="18" charset="0"/>
              </a:rPr>
              <a:t>Output</a:t>
            </a:r>
            <a:endParaRPr b="1" u="sng" dirty="0"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08C7BFE6-176D-496A-9728-0DE0E51A2F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78695" y="2419349"/>
            <a:ext cx="2945705" cy="2945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88906-2780-4E19-92DE-DE60B3032E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193"/>
          <a:stretch/>
        </p:blipFill>
        <p:spPr>
          <a:xfrm>
            <a:off x="651361" y="1010110"/>
            <a:ext cx="5028864" cy="327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94543"/>
      </p:ext>
    </p:extLst>
  </p:cSld>
  <p:clrMapOvr>
    <a:masterClrMapping/>
  </p:clrMapOvr>
  <p:transition>
    <p:cover dir="r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41"/>
          <p:cNvSpPr txBox="1">
            <a:spLocks noGrp="1"/>
          </p:cNvSpPr>
          <p:nvPr>
            <p:ph type="title"/>
          </p:nvPr>
        </p:nvSpPr>
        <p:spPr>
          <a:xfrm>
            <a:off x="713225" y="419675"/>
            <a:ext cx="76992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Program 5:</a:t>
            </a:r>
            <a:endParaRPr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1566" name="Google Shape;1566;p41"/>
          <p:cNvSpPr txBox="1">
            <a:spLocks noGrp="1"/>
          </p:cNvSpPr>
          <p:nvPr>
            <p:ph type="subTitle" idx="1"/>
          </p:nvPr>
        </p:nvSpPr>
        <p:spPr>
          <a:xfrm>
            <a:off x="971551" y="2564421"/>
            <a:ext cx="6543674" cy="75980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latin typeface="Times New Roman" pitchFamily="18" charset="0"/>
                <a:cs typeface="Times New Roman" pitchFamily="18" charset="0"/>
              </a:rPr>
              <a:t>Write a program in C++ to demonstrate the use of cleardevice( ) and closegraph ( ) function.</a:t>
            </a:r>
            <a:endParaRPr sz="3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84" name="Google Shape;1584;p41"/>
          <p:cNvGrpSpPr/>
          <p:nvPr/>
        </p:nvGrpSpPr>
        <p:grpSpPr>
          <a:xfrm rot="-2113278">
            <a:off x="8169449" y="3074501"/>
            <a:ext cx="573880" cy="945523"/>
            <a:chOff x="1279175" y="2762450"/>
            <a:chExt cx="644426" cy="1061755"/>
          </a:xfrm>
        </p:grpSpPr>
        <p:sp>
          <p:nvSpPr>
            <p:cNvPr id="1585" name="Google Shape;1585;p41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894622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" name="Google Shape;1556;p40"/>
          <p:cNvSpPr txBox="1">
            <a:spLocks noGrp="1"/>
          </p:cNvSpPr>
          <p:nvPr>
            <p:ph type="body" idx="1"/>
          </p:nvPr>
        </p:nvSpPr>
        <p:spPr>
          <a:xfrm>
            <a:off x="646145" y="1236867"/>
            <a:ext cx="7717500" cy="35394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iostream.h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conio.h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#include&lt;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graphics.h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 main()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DETECT,gm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initgraph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gm,"C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:\\TC\\BGI");  </a:t>
            </a: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setbkcolor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(BLUE);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outtextxy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(20,40,"Program to use graph default in C graphics");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outtextxy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(20,80,"Press any Key to clear screen");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cleardevice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outtextxy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(20,20+20,"Press any key to exit...");</a:t>
            </a:r>
          </a:p>
          <a:p>
            <a:pPr marL="0" lvl="0" indent="0">
              <a:buNone/>
            </a:pPr>
            <a:r>
              <a:rPr lang="en-IN" sz="1400" b="1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return 0;</a:t>
            </a:r>
          </a:p>
          <a:p>
            <a:pPr marL="0" lvl="0" indent="0">
              <a:buNone/>
            </a:pPr>
            <a:r>
              <a:rPr lang="en-IN" sz="1400" b="1" dirty="0">
                <a:latin typeface="Times New Roman" pitchFamily="18" charset="0"/>
                <a:cs typeface="Times New Roman" pitchFamily="18" charset="0"/>
              </a:rPr>
              <a:t>}</a:t>
            </a:r>
            <a:endParaRPr sz="1400" b="1" dirty="0">
              <a:solidFill>
                <a:schemeClr val="dk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57" name="Google Shape;1557;p40"/>
          <p:cNvSpPr txBox="1">
            <a:spLocks noGrp="1"/>
          </p:cNvSpPr>
          <p:nvPr>
            <p:ph type="title"/>
          </p:nvPr>
        </p:nvSpPr>
        <p:spPr>
          <a:xfrm>
            <a:off x="561975" y="381192"/>
            <a:ext cx="7983800" cy="47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-IN" sz="32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C</a:t>
            </a:r>
            <a:r>
              <a:rPr lang="en" sz="3200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ode for Cleardevice( ) :</a:t>
            </a:r>
            <a:endParaRPr sz="3200" u="sng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grpSp>
        <p:nvGrpSpPr>
          <p:cNvPr id="1558" name="Google Shape;1558;p40"/>
          <p:cNvGrpSpPr/>
          <p:nvPr/>
        </p:nvGrpSpPr>
        <p:grpSpPr>
          <a:xfrm rot="-7406951">
            <a:off x="8424414" y="-91553"/>
            <a:ext cx="573930" cy="945606"/>
            <a:chOff x="1279175" y="2762450"/>
            <a:chExt cx="644426" cy="1061755"/>
          </a:xfrm>
        </p:grpSpPr>
        <p:sp>
          <p:nvSpPr>
            <p:cNvPr id="1559" name="Google Shape;1559;p40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560" name="Google Shape;1560;p40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79651465"/>
      </p:ext>
    </p:extLst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5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5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5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5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5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55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223EE"/>
            </a:gs>
            <a:gs pos="100000">
              <a:schemeClr val="accent1"/>
            </a:gs>
          </a:gsLst>
          <a:lin ang="18900044" scaled="0"/>
        </a:gradFill>
        <a:effectLst/>
      </p:bgPr>
    </p:bg>
    <p:spTree>
      <p:nvGrpSpPr>
        <p:cNvPr id="1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43"/>
          <p:cNvSpPr txBox="1">
            <a:spLocks noGrp="1"/>
          </p:cNvSpPr>
          <p:nvPr>
            <p:ph type="title"/>
          </p:nvPr>
        </p:nvSpPr>
        <p:spPr>
          <a:xfrm>
            <a:off x="1044176" y="1927500"/>
            <a:ext cx="402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ABOUT US</a:t>
            </a:r>
            <a:endParaRPr dirty="0"/>
          </a:p>
        </p:txBody>
      </p:sp>
      <p:sp>
        <p:nvSpPr>
          <p:cNvPr id="1652" name="Google Shape;1652;p43"/>
          <p:cNvSpPr txBox="1">
            <a:spLocks noGrp="1"/>
          </p:cNvSpPr>
          <p:nvPr>
            <p:ph type="subTitle" idx="1"/>
          </p:nvPr>
        </p:nvSpPr>
        <p:spPr>
          <a:xfrm>
            <a:off x="1044180" y="2833238"/>
            <a:ext cx="3059700" cy="7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"/>
              <a:t>You can enter a subtitle here in case you need it</a:t>
            </a:r>
            <a:endParaRPr/>
          </a:p>
        </p:txBody>
      </p:sp>
      <p:sp>
        <p:nvSpPr>
          <p:cNvPr id="1653" name="Google Shape;1653;p43"/>
          <p:cNvSpPr txBox="1">
            <a:spLocks noGrp="1"/>
          </p:cNvSpPr>
          <p:nvPr>
            <p:ph type="title" idx="2"/>
          </p:nvPr>
        </p:nvSpPr>
        <p:spPr>
          <a:xfrm>
            <a:off x="1044175" y="800298"/>
            <a:ext cx="1905600" cy="10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654" name="Google Shape;1654;p43"/>
          <p:cNvGrpSpPr/>
          <p:nvPr/>
        </p:nvGrpSpPr>
        <p:grpSpPr>
          <a:xfrm>
            <a:off x="6421409" y="2161359"/>
            <a:ext cx="2614968" cy="2653423"/>
            <a:chOff x="5438834" y="2495550"/>
            <a:chExt cx="1862316" cy="2038800"/>
          </a:xfrm>
        </p:grpSpPr>
        <p:sp>
          <p:nvSpPr>
            <p:cNvPr id="1655" name="Google Shape;1655;p43"/>
            <p:cNvSpPr/>
            <p:nvPr/>
          </p:nvSpPr>
          <p:spPr>
            <a:xfrm>
              <a:off x="5438834" y="2495550"/>
              <a:ext cx="1862316" cy="2038800"/>
            </a:xfrm>
            <a:custGeom>
              <a:avLst/>
              <a:gdLst/>
              <a:ahLst/>
              <a:cxnLst/>
              <a:rect l="l" t="t" r="r" b="b"/>
              <a:pathLst>
                <a:path w="20214" h="22129" extrusionOk="0">
                  <a:moveTo>
                    <a:pt x="0" y="1"/>
                  </a:moveTo>
                  <a:lnTo>
                    <a:pt x="0" y="22129"/>
                  </a:lnTo>
                  <a:lnTo>
                    <a:pt x="20213" y="22129"/>
                  </a:lnTo>
                  <a:lnTo>
                    <a:pt x="202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3"/>
            <p:cNvSpPr/>
            <p:nvPr/>
          </p:nvSpPr>
          <p:spPr>
            <a:xfrm>
              <a:off x="5477989" y="2529178"/>
              <a:ext cx="1786769" cy="1971543"/>
            </a:xfrm>
            <a:custGeom>
              <a:avLst/>
              <a:gdLst/>
              <a:ahLst/>
              <a:cxnLst/>
              <a:rect l="l" t="t" r="r" b="b"/>
              <a:pathLst>
                <a:path w="19394" h="21399" extrusionOk="0">
                  <a:moveTo>
                    <a:pt x="1" y="0"/>
                  </a:moveTo>
                  <a:lnTo>
                    <a:pt x="1" y="21399"/>
                  </a:lnTo>
                  <a:lnTo>
                    <a:pt x="19393" y="21399"/>
                  </a:lnTo>
                  <a:lnTo>
                    <a:pt x="193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3"/>
            <p:cNvSpPr/>
            <p:nvPr/>
          </p:nvSpPr>
          <p:spPr>
            <a:xfrm>
              <a:off x="5477989" y="2529178"/>
              <a:ext cx="1789533" cy="246547"/>
            </a:xfrm>
            <a:custGeom>
              <a:avLst/>
              <a:gdLst/>
              <a:ahLst/>
              <a:cxnLst/>
              <a:rect l="l" t="t" r="r" b="b"/>
              <a:pathLst>
                <a:path w="19424" h="2676" extrusionOk="0">
                  <a:moveTo>
                    <a:pt x="1" y="0"/>
                  </a:moveTo>
                  <a:lnTo>
                    <a:pt x="1" y="2675"/>
                  </a:lnTo>
                  <a:lnTo>
                    <a:pt x="19424" y="2675"/>
                  </a:lnTo>
                  <a:lnTo>
                    <a:pt x="194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3"/>
            <p:cNvSpPr/>
            <p:nvPr/>
          </p:nvSpPr>
          <p:spPr>
            <a:xfrm>
              <a:off x="7054617" y="2565570"/>
              <a:ext cx="179285" cy="176526"/>
            </a:xfrm>
            <a:custGeom>
              <a:avLst/>
              <a:gdLst/>
              <a:ahLst/>
              <a:cxnLst/>
              <a:rect l="l" t="t" r="r" b="b"/>
              <a:pathLst>
                <a:path w="1946" h="1916" extrusionOk="0">
                  <a:moveTo>
                    <a:pt x="1" y="0"/>
                  </a:moveTo>
                  <a:lnTo>
                    <a:pt x="1" y="1915"/>
                  </a:lnTo>
                  <a:lnTo>
                    <a:pt x="1946" y="1915"/>
                  </a:lnTo>
                  <a:lnTo>
                    <a:pt x="19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3"/>
            <p:cNvSpPr/>
            <p:nvPr/>
          </p:nvSpPr>
          <p:spPr>
            <a:xfrm>
              <a:off x="7079861" y="2587958"/>
              <a:ext cx="131654" cy="131749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0" y="1429"/>
                  </a:moveTo>
                  <a:lnTo>
                    <a:pt x="1429" y="1"/>
                  </a:lnTo>
                </a:path>
              </a:pathLst>
            </a:custGeom>
            <a:noFill/>
            <a:ln w="45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3"/>
            <p:cNvSpPr/>
            <p:nvPr/>
          </p:nvSpPr>
          <p:spPr>
            <a:xfrm>
              <a:off x="7079861" y="2587958"/>
              <a:ext cx="131654" cy="131749"/>
            </a:xfrm>
            <a:custGeom>
              <a:avLst/>
              <a:gdLst/>
              <a:ahLst/>
              <a:cxnLst/>
              <a:rect l="l" t="t" r="r" b="b"/>
              <a:pathLst>
                <a:path w="1429" h="1430" fill="none" extrusionOk="0">
                  <a:moveTo>
                    <a:pt x="0" y="1"/>
                  </a:moveTo>
                  <a:lnTo>
                    <a:pt x="1429" y="1429"/>
                  </a:lnTo>
                </a:path>
              </a:pathLst>
            </a:custGeom>
            <a:noFill/>
            <a:ln w="45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3"/>
            <p:cNvSpPr/>
            <p:nvPr/>
          </p:nvSpPr>
          <p:spPr>
            <a:xfrm>
              <a:off x="6819408" y="2565570"/>
              <a:ext cx="176521" cy="17652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0" y="0"/>
                  </a:moveTo>
                  <a:lnTo>
                    <a:pt x="0" y="1915"/>
                  </a:lnTo>
                  <a:lnTo>
                    <a:pt x="1915" y="1915"/>
                  </a:lnTo>
                  <a:lnTo>
                    <a:pt x="1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3"/>
            <p:cNvSpPr/>
            <p:nvPr/>
          </p:nvSpPr>
          <p:spPr>
            <a:xfrm>
              <a:off x="6853036" y="2599198"/>
              <a:ext cx="109266" cy="109269"/>
            </a:xfrm>
            <a:custGeom>
              <a:avLst/>
              <a:gdLst/>
              <a:ahLst/>
              <a:cxnLst/>
              <a:rect l="l" t="t" r="r" b="b"/>
              <a:pathLst>
                <a:path w="1186" h="1186" fill="none" extrusionOk="0">
                  <a:moveTo>
                    <a:pt x="0" y="0"/>
                  </a:moveTo>
                  <a:lnTo>
                    <a:pt x="1185" y="0"/>
                  </a:lnTo>
                  <a:lnTo>
                    <a:pt x="1185" y="1186"/>
                  </a:lnTo>
                  <a:lnTo>
                    <a:pt x="0" y="1186"/>
                  </a:lnTo>
                  <a:close/>
                </a:path>
              </a:pathLst>
            </a:custGeom>
            <a:noFill/>
            <a:ln w="45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3"/>
            <p:cNvSpPr/>
            <p:nvPr/>
          </p:nvSpPr>
          <p:spPr>
            <a:xfrm>
              <a:off x="6853036" y="2627206"/>
              <a:ext cx="109266" cy="92"/>
            </a:xfrm>
            <a:custGeom>
              <a:avLst/>
              <a:gdLst/>
              <a:ahLst/>
              <a:cxnLst/>
              <a:rect l="l" t="t" r="r" b="b"/>
              <a:pathLst>
                <a:path w="1186" h="1" fill="none" extrusionOk="0">
                  <a:moveTo>
                    <a:pt x="0" y="0"/>
                  </a:moveTo>
                  <a:lnTo>
                    <a:pt x="1185" y="0"/>
                  </a:lnTo>
                </a:path>
              </a:pathLst>
            </a:custGeom>
            <a:noFill/>
            <a:ln w="45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43"/>
            <p:cNvSpPr/>
            <p:nvPr/>
          </p:nvSpPr>
          <p:spPr>
            <a:xfrm>
              <a:off x="6581343" y="2565570"/>
              <a:ext cx="176521" cy="176526"/>
            </a:xfrm>
            <a:custGeom>
              <a:avLst/>
              <a:gdLst/>
              <a:ahLst/>
              <a:cxnLst/>
              <a:rect l="l" t="t" r="r" b="b"/>
              <a:pathLst>
                <a:path w="1916" h="1916" extrusionOk="0">
                  <a:moveTo>
                    <a:pt x="1" y="0"/>
                  </a:moveTo>
                  <a:lnTo>
                    <a:pt x="1" y="1915"/>
                  </a:lnTo>
                  <a:lnTo>
                    <a:pt x="1916" y="1915"/>
                  </a:lnTo>
                  <a:lnTo>
                    <a:pt x="19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43"/>
            <p:cNvSpPr/>
            <p:nvPr/>
          </p:nvSpPr>
          <p:spPr>
            <a:xfrm>
              <a:off x="6609351" y="2708373"/>
              <a:ext cx="120506" cy="92"/>
            </a:xfrm>
            <a:custGeom>
              <a:avLst/>
              <a:gdLst/>
              <a:ahLst/>
              <a:cxnLst/>
              <a:rect l="l" t="t" r="r" b="b"/>
              <a:pathLst>
                <a:path w="1308" h="1" fill="none" extrusionOk="0">
                  <a:moveTo>
                    <a:pt x="1" y="1"/>
                  </a:moveTo>
                  <a:lnTo>
                    <a:pt x="1308" y="1"/>
                  </a:lnTo>
                </a:path>
              </a:pathLst>
            </a:custGeom>
            <a:noFill/>
            <a:ln w="4550" cap="flat" cmpd="sng">
              <a:solidFill>
                <a:schemeClr val="dk1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43"/>
            <p:cNvSpPr/>
            <p:nvPr/>
          </p:nvSpPr>
          <p:spPr>
            <a:xfrm>
              <a:off x="5651655" y="2949205"/>
              <a:ext cx="644173" cy="644190"/>
            </a:xfrm>
            <a:custGeom>
              <a:avLst/>
              <a:gdLst/>
              <a:ahLst/>
              <a:cxnLst/>
              <a:rect l="l" t="t" r="r" b="b"/>
              <a:pathLst>
                <a:path w="6992" h="6992" fill="none" extrusionOk="0">
                  <a:moveTo>
                    <a:pt x="6991" y="3496"/>
                  </a:moveTo>
                  <a:cubicBezTo>
                    <a:pt x="6991" y="5441"/>
                    <a:pt x="5441" y="6992"/>
                    <a:pt x="3496" y="6992"/>
                  </a:cubicBezTo>
                  <a:cubicBezTo>
                    <a:pt x="1581" y="6992"/>
                    <a:pt x="0" y="5441"/>
                    <a:pt x="0" y="3496"/>
                  </a:cubicBezTo>
                  <a:cubicBezTo>
                    <a:pt x="0" y="1551"/>
                    <a:pt x="1581" y="1"/>
                    <a:pt x="3496" y="1"/>
                  </a:cubicBezTo>
                  <a:cubicBezTo>
                    <a:pt x="5441" y="1"/>
                    <a:pt x="6991" y="1551"/>
                    <a:pt x="6991" y="349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43"/>
            <p:cNvSpPr/>
            <p:nvPr/>
          </p:nvSpPr>
          <p:spPr>
            <a:xfrm>
              <a:off x="5772069" y="3338460"/>
              <a:ext cx="406109" cy="145754"/>
            </a:xfrm>
            <a:custGeom>
              <a:avLst/>
              <a:gdLst/>
              <a:ahLst/>
              <a:cxnLst/>
              <a:rect l="l" t="t" r="r" b="b"/>
              <a:pathLst>
                <a:path w="4408" h="1582" fill="none" extrusionOk="0">
                  <a:moveTo>
                    <a:pt x="0" y="1"/>
                  </a:moveTo>
                  <a:cubicBezTo>
                    <a:pt x="304" y="913"/>
                    <a:pt x="1186" y="1581"/>
                    <a:pt x="2189" y="1581"/>
                  </a:cubicBezTo>
                  <a:cubicBezTo>
                    <a:pt x="3222" y="1581"/>
                    <a:pt x="4104" y="913"/>
                    <a:pt x="440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43"/>
            <p:cNvSpPr/>
            <p:nvPr/>
          </p:nvSpPr>
          <p:spPr>
            <a:xfrm>
              <a:off x="5805697" y="3142404"/>
              <a:ext cx="70019" cy="103741"/>
            </a:xfrm>
            <a:custGeom>
              <a:avLst/>
              <a:gdLst/>
              <a:ahLst/>
              <a:cxnLst/>
              <a:rect l="l" t="t" r="r" b="b"/>
              <a:pathLst>
                <a:path w="760" h="1126" fill="none" extrusionOk="0">
                  <a:moveTo>
                    <a:pt x="760" y="578"/>
                  </a:moveTo>
                  <a:cubicBezTo>
                    <a:pt x="760" y="882"/>
                    <a:pt x="608" y="1126"/>
                    <a:pt x="395" y="1126"/>
                  </a:cubicBezTo>
                  <a:cubicBezTo>
                    <a:pt x="182" y="1126"/>
                    <a:pt x="0" y="882"/>
                    <a:pt x="0" y="578"/>
                  </a:cubicBezTo>
                  <a:cubicBezTo>
                    <a:pt x="0" y="244"/>
                    <a:pt x="182" y="1"/>
                    <a:pt x="395" y="1"/>
                  </a:cubicBezTo>
                  <a:cubicBezTo>
                    <a:pt x="608" y="1"/>
                    <a:pt x="760" y="244"/>
                    <a:pt x="760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43"/>
            <p:cNvSpPr/>
            <p:nvPr/>
          </p:nvSpPr>
          <p:spPr>
            <a:xfrm>
              <a:off x="6071678" y="3142404"/>
              <a:ext cx="70111" cy="103741"/>
            </a:xfrm>
            <a:custGeom>
              <a:avLst/>
              <a:gdLst/>
              <a:ahLst/>
              <a:cxnLst/>
              <a:rect l="l" t="t" r="r" b="b"/>
              <a:pathLst>
                <a:path w="761" h="1126" fill="none" extrusionOk="0">
                  <a:moveTo>
                    <a:pt x="761" y="578"/>
                  </a:moveTo>
                  <a:cubicBezTo>
                    <a:pt x="761" y="882"/>
                    <a:pt x="609" y="1126"/>
                    <a:pt x="396" y="1126"/>
                  </a:cubicBezTo>
                  <a:cubicBezTo>
                    <a:pt x="183" y="1126"/>
                    <a:pt x="1" y="882"/>
                    <a:pt x="1" y="578"/>
                  </a:cubicBezTo>
                  <a:cubicBezTo>
                    <a:pt x="1" y="244"/>
                    <a:pt x="183" y="1"/>
                    <a:pt x="396" y="1"/>
                  </a:cubicBezTo>
                  <a:cubicBezTo>
                    <a:pt x="609" y="1"/>
                    <a:pt x="761" y="244"/>
                    <a:pt x="761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43"/>
            <p:cNvSpPr/>
            <p:nvPr/>
          </p:nvSpPr>
          <p:spPr>
            <a:xfrm>
              <a:off x="6458165" y="2949205"/>
              <a:ext cx="644173" cy="644190"/>
            </a:xfrm>
            <a:custGeom>
              <a:avLst/>
              <a:gdLst/>
              <a:ahLst/>
              <a:cxnLst/>
              <a:rect l="l" t="t" r="r" b="b"/>
              <a:pathLst>
                <a:path w="6992" h="6992" fill="none" extrusionOk="0">
                  <a:moveTo>
                    <a:pt x="6991" y="3496"/>
                  </a:moveTo>
                  <a:cubicBezTo>
                    <a:pt x="6991" y="5441"/>
                    <a:pt x="5411" y="6992"/>
                    <a:pt x="3496" y="6992"/>
                  </a:cubicBezTo>
                  <a:cubicBezTo>
                    <a:pt x="1550" y="6992"/>
                    <a:pt x="0" y="5441"/>
                    <a:pt x="0" y="3496"/>
                  </a:cubicBezTo>
                  <a:cubicBezTo>
                    <a:pt x="0" y="1551"/>
                    <a:pt x="1550" y="1"/>
                    <a:pt x="3496" y="1"/>
                  </a:cubicBezTo>
                  <a:cubicBezTo>
                    <a:pt x="5411" y="1"/>
                    <a:pt x="6991" y="1551"/>
                    <a:pt x="6991" y="349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43"/>
            <p:cNvSpPr/>
            <p:nvPr/>
          </p:nvSpPr>
          <p:spPr>
            <a:xfrm>
              <a:off x="6575723" y="3338460"/>
              <a:ext cx="406201" cy="145754"/>
            </a:xfrm>
            <a:custGeom>
              <a:avLst/>
              <a:gdLst/>
              <a:ahLst/>
              <a:cxnLst/>
              <a:rect l="l" t="t" r="r" b="b"/>
              <a:pathLst>
                <a:path w="4409" h="1582" fill="none" extrusionOk="0">
                  <a:moveTo>
                    <a:pt x="1" y="1"/>
                  </a:moveTo>
                  <a:cubicBezTo>
                    <a:pt x="305" y="913"/>
                    <a:pt x="1186" y="1581"/>
                    <a:pt x="2220" y="1581"/>
                  </a:cubicBezTo>
                  <a:cubicBezTo>
                    <a:pt x="3253" y="1581"/>
                    <a:pt x="4104" y="913"/>
                    <a:pt x="4408" y="1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43"/>
            <p:cNvSpPr/>
            <p:nvPr/>
          </p:nvSpPr>
          <p:spPr>
            <a:xfrm>
              <a:off x="6614971" y="3142404"/>
              <a:ext cx="70111" cy="103741"/>
            </a:xfrm>
            <a:custGeom>
              <a:avLst/>
              <a:gdLst/>
              <a:ahLst/>
              <a:cxnLst/>
              <a:rect l="l" t="t" r="r" b="b"/>
              <a:pathLst>
                <a:path w="761" h="1126" fill="none" extrusionOk="0">
                  <a:moveTo>
                    <a:pt x="760" y="578"/>
                  </a:moveTo>
                  <a:cubicBezTo>
                    <a:pt x="760" y="882"/>
                    <a:pt x="578" y="1126"/>
                    <a:pt x="396" y="1126"/>
                  </a:cubicBezTo>
                  <a:cubicBezTo>
                    <a:pt x="183" y="1126"/>
                    <a:pt x="0" y="882"/>
                    <a:pt x="0" y="578"/>
                  </a:cubicBezTo>
                  <a:cubicBezTo>
                    <a:pt x="0" y="244"/>
                    <a:pt x="183" y="1"/>
                    <a:pt x="396" y="1"/>
                  </a:cubicBezTo>
                  <a:cubicBezTo>
                    <a:pt x="578" y="1"/>
                    <a:pt x="760" y="244"/>
                    <a:pt x="760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43"/>
            <p:cNvSpPr/>
            <p:nvPr/>
          </p:nvSpPr>
          <p:spPr>
            <a:xfrm>
              <a:off x="6878188" y="3142404"/>
              <a:ext cx="70111" cy="103741"/>
            </a:xfrm>
            <a:custGeom>
              <a:avLst/>
              <a:gdLst/>
              <a:ahLst/>
              <a:cxnLst/>
              <a:rect l="l" t="t" r="r" b="b"/>
              <a:pathLst>
                <a:path w="761" h="1126" fill="none" extrusionOk="0">
                  <a:moveTo>
                    <a:pt x="761" y="578"/>
                  </a:moveTo>
                  <a:cubicBezTo>
                    <a:pt x="761" y="882"/>
                    <a:pt x="578" y="1126"/>
                    <a:pt x="365" y="1126"/>
                  </a:cubicBezTo>
                  <a:cubicBezTo>
                    <a:pt x="153" y="1126"/>
                    <a:pt x="1" y="882"/>
                    <a:pt x="1" y="578"/>
                  </a:cubicBezTo>
                  <a:cubicBezTo>
                    <a:pt x="1" y="244"/>
                    <a:pt x="153" y="1"/>
                    <a:pt x="365" y="1"/>
                  </a:cubicBezTo>
                  <a:cubicBezTo>
                    <a:pt x="578" y="1"/>
                    <a:pt x="761" y="244"/>
                    <a:pt x="761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43"/>
            <p:cNvSpPr/>
            <p:nvPr/>
          </p:nvSpPr>
          <p:spPr>
            <a:xfrm>
              <a:off x="5651655" y="3727715"/>
              <a:ext cx="644173" cy="641426"/>
            </a:xfrm>
            <a:custGeom>
              <a:avLst/>
              <a:gdLst/>
              <a:ahLst/>
              <a:cxnLst/>
              <a:rect l="l" t="t" r="r" b="b"/>
              <a:pathLst>
                <a:path w="6992" h="6962" fill="none" extrusionOk="0">
                  <a:moveTo>
                    <a:pt x="6991" y="3496"/>
                  </a:moveTo>
                  <a:cubicBezTo>
                    <a:pt x="6991" y="5411"/>
                    <a:pt x="5441" y="6961"/>
                    <a:pt x="3496" y="6961"/>
                  </a:cubicBezTo>
                  <a:cubicBezTo>
                    <a:pt x="1581" y="6961"/>
                    <a:pt x="0" y="5411"/>
                    <a:pt x="0" y="3496"/>
                  </a:cubicBezTo>
                  <a:cubicBezTo>
                    <a:pt x="0" y="1551"/>
                    <a:pt x="1581" y="1"/>
                    <a:pt x="3496" y="1"/>
                  </a:cubicBezTo>
                  <a:cubicBezTo>
                    <a:pt x="5441" y="1"/>
                    <a:pt x="6991" y="1551"/>
                    <a:pt x="6991" y="349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43"/>
            <p:cNvSpPr/>
            <p:nvPr/>
          </p:nvSpPr>
          <p:spPr>
            <a:xfrm>
              <a:off x="5772069" y="4114206"/>
              <a:ext cx="406109" cy="148518"/>
            </a:xfrm>
            <a:custGeom>
              <a:avLst/>
              <a:gdLst/>
              <a:ahLst/>
              <a:cxnLst/>
              <a:rect l="l" t="t" r="r" b="b"/>
              <a:pathLst>
                <a:path w="4408" h="1612" fill="none" extrusionOk="0">
                  <a:moveTo>
                    <a:pt x="0" y="0"/>
                  </a:moveTo>
                  <a:cubicBezTo>
                    <a:pt x="304" y="912"/>
                    <a:pt x="1186" y="1611"/>
                    <a:pt x="2189" y="1611"/>
                  </a:cubicBezTo>
                  <a:cubicBezTo>
                    <a:pt x="3222" y="1611"/>
                    <a:pt x="4104" y="912"/>
                    <a:pt x="4408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43"/>
            <p:cNvSpPr/>
            <p:nvPr/>
          </p:nvSpPr>
          <p:spPr>
            <a:xfrm>
              <a:off x="5805697" y="3918150"/>
              <a:ext cx="70019" cy="106505"/>
            </a:xfrm>
            <a:custGeom>
              <a:avLst/>
              <a:gdLst/>
              <a:ahLst/>
              <a:cxnLst/>
              <a:rect l="l" t="t" r="r" b="b"/>
              <a:pathLst>
                <a:path w="760" h="1156" fill="none" extrusionOk="0">
                  <a:moveTo>
                    <a:pt x="760" y="578"/>
                  </a:moveTo>
                  <a:cubicBezTo>
                    <a:pt x="760" y="882"/>
                    <a:pt x="608" y="1156"/>
                    <a:pt x="395" y="1156"/>
                  </a:cubicBezTo>
                  <a:cubicBezTo>
                    <a:pt x="182" y="1156"/>
                    <a:pt x="0" y="882"/>
                    <a:pt x="0" y="578"/>
                  </a:cubicBezTo>
                  <a:cubicBezTo>
                    <a:pt x="0" y="274"/>
                    <a:pt x="182" y="1"/>
                    <a:pt x="395" y="1"/>
                  </a:cubicBezTo>
                  <a:cubicBezTo>
                    <a:pt x="608" y="1"/>
                    <a:pt x="760" y="274"/>
                    <a:pt x="760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43"/>
            <p:cNvSpPr/>
            <p:nvPr/>
          </p:nvSpPr>
          <p:spPr>
            <a:xfrm>
              <a:off x="6071678" y="3918150"/>
              <a:ext cx="70111" cy="106505"/>
            </a:xfrm>
            <a:custGeom>
              <a:avLst/>
              <a:gdLst/>
              <a:ahLst/>
              <a:cxnLst/>
              <a:rect l="l" t="t" r="r" b="b"/>
              <a:pathLst>
                <a:path w="761" h="1156" fill="none" extrusionOk="0">
                  <a:moveTo>
                    <a:pt x="761" y="578"/>
                  </a:moveTo>
                  <a:cubicBezTo>
                    <a:pt x="761" y="882"/>
                    <a:pt x="609" y="1156"/>
                    <a:pt x="396" y="1156"/>
                  </a:cubicBezTo>
                  <a:cubicBezTo>
                    <a:pt x="183" y="1156"/>
                    <a:pt x="1" y="882"/>
                    <a:pt x="1" y="578"/>
                  </a:cubicBezTo>
                  <a:cubicBezTo>
                    <a:pt x="1" y="274"/>
                    <a:pt x="183" y="1"/>
                    <a:pt x="396" y="1"/>
                  </a:cubicBezTo>
                  <a:cubicBezTo>
                    <a:pt x="609" y="1"/>
                    <a:pt x="761" y="274"/>
                    <a:pt x="761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43"/>
            <p:cNvSpPr/>
            <p:nvPr/>
          </p:nvSpPr>
          <p:spPr>
            <a:xfrm>
              <a:off x="6458165" y="3727715"/>
              <a:ext cx="644173" cy="641426"/>
            </a:xfrm>
            <a:custGeom>
              <a:avLst/>
              <a:gdLst/>
              <a:ahLst/>
              <a:cxnLst/>
              <a:rect l="l" t="t" r="r" b="b"/>
              <a:pathLst>
                <a:path w="6992" h="6962" fill="none" extrusionOk="0">
                  <a:moveTo>
                    <a:pt x="6991" y="3496"/>
                  </a:moveTo>
                  <a:cubicBezTo>
                    <a:pt x="6991" y="5411"/>
                    <a:pt x="5411" y="6961"/>
                    <a:pt x="3496" y="6961"/>
                  </a:cubicBezTo>
                  <a:cubicBezTo>
                    <a:pt x="1550" y="6961"/>
                    <a:pt x="0" y="5411"/>
                    <a:pt x="0" y="3496"/>
                  </a:cubicBezTo>
                  <a:cubicBezTo>
                    <a:pt x="0" y="1551"/>
                    <a:pt x="1550" y="1"/>
                    <a:pt x="3496" y="1"/>
                  </a:cubicBezTo>
                  <a:cubicBezTo>
                    <a:pt x="5411" y="1"/>
                    <a:pt x="6991" y="1551"/>
                    <a:pt x="6991" y="3496"/>
                  </a:cubicBezTo>
                  <a:close/>
                </a:path>
              </a:pathLst>
            </a:custGeom>
            <a:noFill/>
            <a:ln w="98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43"/>
            <p:cNvSpPr/>
            <p:nvPr/>
          </p:nvSpPr>
          <p:spPr>
            <a:xfrm>
              <a:off x="6575723" y="4114206"/>
              <a:ext cx="406201" cy="148518"/>
            </a:xfrm>
            <a:custGeom>
              <a:avLst/>
              <a:gdLst/>
              <a:ahLst/>
              <a:cxnLst/>
              <a:rect l="l" t="t" r="r" b="b"/>
              <a:pathLst>
                <a:path w="4409" h="1612" fill="none" extrusionOk="0">
                  <a:moveTo>
                    <a:pt x="1" y="0"/>
                  </a:moveTo>
                  <a:cubicBezTo>
                    <a:pt x="305" y="912"/>
                    <a:pt x="1186" y="1611"/>
                    <a:pt x="2220" y="1611"/>
                  </a:cubicBezTo>
                  <a:cubicBezTo>
                    <a:pt x="3253" y="1611"/>
                    <a:pt x="4104" y="912"/>
                    <a:pt x="4408" y="0"/>
                  </a:cubicBezTo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43"/>
            <p:cNvSpPr/>
            <p:nvPr/>
          </p:nvSpPr>
          <p:spPr>
            <a:xfrm>
              <a:off x="6614971" y="3918150"/>
              <a:ext cx="70111" cy="106505"/>
            </a:xfrm>
            <a:custGeom>
              <a:avLst/>
              <a:gdLst/>
              <a:ahLst/>
              <a:cxnLst/>
              <a:rect l="l" t="t" r="r" b="b"/>
              <a:pathLst>
                <a:path w="761" h="1156" fill="none" extrusionOk="0">
                  <a:moveTo>
                    <a:pt x="760" y="578"/>
                  </a:moveTo>
                  <a:cubicBezTo>
                    <a:pt x="760" y="882"/>
                    <a:pt x="578" y="1156"/>
                    <a:pt x="396" y="1156"/>
                  </a:cubicBezTo>
                  <a:cubicBezTo>
                    <a:pt x="183" y="1156"/>
                    <a:pt x="0" y="882"/>
                    <a:pt x="0" y="578"/>
                  </a:cubicBezTo>
                  <a:cubicBezTo>
                    <a:pt x="0" y="274"/>
                    <a:pt x="183" y="1"/>
                    <a:pt x="396" y="1"/>
                  </a:cubicBezTo>
                  <a:cubicBezTo>
                    <a:pt x="578" y="1"/>
                    <a:pt x="760" y="274"/>
                    <a:pt x="760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43"/>
            <p:cNvSpPr/>
            <p:nvPr/>
          </p:nvSpPr>
          <p:spPr>
            <a:xfrm>
              <a:off x="6878188" y="3918150"/>
              <a:ext cx="70111" cy="106505"/>
            </a:xfrm>
            <a:custGeom>
              <a:avLst/>
              <a:gdLst/>
              <a:ahLst/>
              <a:cxnLst/>
              <a:rect l="l" t="t" r="r" b="b"/>
              <a:pathLst>
                <a:path w="761" h="1156" fill="none" extrusionOk="0">
                  <a:moveTo>
                    <a:pt x="761" y="578"/>
                  </a:moveTo>
                  <a:cubicBezTo>
                    <a:pt x="761" y="882"/>
                    <a:pt x="578" y="1156"/>
                    <a:pt x="365" y="1156"/>
                  </a:cubicBezTo>
                  <a:cubicBezTo>
                    <a:pt x="153" y="1156"/>
                    <a:pt x="1" y="882"/>
                    <a:pt x="1" y="578"/>
                  </a:cubicBezTo>
                  <a:cubicBezTo>
                    <a:pt x="1" y="274"/>
                    <a:pt x="153" y="1"/>
                    <a:pt x="365" y="1"/>
                  </a:cubicBezTo>
                  <a:cubicBezTo>
                    <a:pt x="578" y="1"/>
                    <a:pt x="761" y="274"/>
                    <a:pt x="761" y="578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2" name="Google Shape;1682;p43"/>
          <p:cNvGrpSpPr/>
          <p:nvPr/>
        </p:nvGrpSpPr>
        <p:grpSpPr>
          <a:xfrm rot="-4371424" flipH="1">
            <a:off x="6551784" y="952110"/>
            <a:ext cx="573904" cy="945562"/>
            <a:chOff x="1279175" y="2762450"/>
            <a:chExt cx="644426" cy="1061755"/>
          </a:xfrm>
        </p:grpSpPr>
        <p:sp>
          <p:nvSpPr>
            <p:cNvPr id="1683" name="Google Shape;1683;p43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43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883" b="39671"/>
          <a:stretch/>
        </p:blipFill>
        <p:spPr bwMode="auto">
          <a:xfrm>
            <a:off x="859895" y="675629"/>
            <a:ext cx="5417283" cy="3137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8736" b="51028"/>
          <a:stretch/>
        </p:blipFill>
        <p:spPr bwMode="auto">
          <a:xfrm>
            <a:off x="6473702" y="2531964"/>
            <a:ext cx="2515456" cy="2239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588029" y="3979904"/>
            <a:ext cx="202651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sz="4000" b="1" u="sng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Output</a:t>
            </a:r>
            <a:endParaRPr lang="en-IN" sz="4000" u="sng" dirty="0">
              <a:solidFill>
                <a:schemeClr val="tx1">
                  <a:lumMod val="95000"/>
                  <a:lumOff val="5000"/>
                </a:schemeClr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cover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2"/>
          <p:cNvSpPr txBox="1">
            <a:spLocks noGrp="1"/>
          </p:cNvSpPr>
          <p:nvPr>
            <p:ph type="title"/>
          </p:nvPr>
        </p:nvSpPr>
        <p:spPr>
          <a:xfrm flipH="1">
            <a:off x="2671645" y="1011677"/>
            <a:ext cx="5609931" cy="241246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l"/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#include&lt;graphics.h&gt;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#include&lt;conio.h&gt;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int main()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{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int 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DETECT,gm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initgraph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gd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,&amp;</a:t>
            </a: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gm,"C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:\\TC\\BGI");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outtext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("Press any key </a:t>
            </a:r>
            <a:r>
              <a:rPr lang="en-IN" sz="1600">
                <a:latin typeface="Times New Roman" pitchFamily="18" charset="0"/>
                <a:cs typeface="Times New Roman" pitchFamily="18" charset="0"/>
              </a:rPr>
              <a:t>to close the 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graphics mode!!");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getch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();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 err="1">
                <a:latin typeface="Times New Roman" pitchFamily="18" charset="0"/>
                <a:cs typeface="Times New Roman" pitchFamily="18" charset="0"/>
              </a:rPr>
              <a:t>closegraph</a:t>
            </a: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();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r>
              <a:rPr lang="en-IN" sz="1600" dirty="0">
                <a:latin typeface="Times New Roman" pitchFamily="18" charset="0"/>
                <a:cs typeface="Times New Roman" pitchFamily="18" charset="0"/>
              </a:rPr>
              <a:t>return 0; }</a:t>
            </a:r>
            <a:br>
              <a:rPr lang="en-IN" sz="1600" dirty="0">
                <a:latin typeface="Times New Roman" pitchFamily="18" charset="0"/>
                <a:cs typeface="Times New Roman" pitchFamily="18" charset="0"/>
              </a:rPr>
            </a:b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593" name="Google Shape;1593;p42"/>
          <p:cNvGrpSpPr/>
          <p:nvPr/>
        </p:nvGrpSpPr>
        <p:grpSpPr>
          <a:xfrm>
            <a:off x="338430" y="2609601"/>
            <a:ext cx="2333217" cy="2161298"/>
            <a:chOff x="1391875" y="2481200"/>
            <a:chExt cx="2132545" cy="1975412"/>
          </a:xfrm>
        </p:grpSpPr>
        <p:sp>
          <p:nvSpPr>
            <p:cNvPr id="1594" name="Google Shape;1594;p42"/>
            <p:cNvSpPr/>
            <p:nvPr/>
          </p:nvSpPr>
          <p:spPr>
            <a:xfrm>
              <a:off x="1391875" y="2481200"/>
              <a:ext cx="1921392" cy="1487799"/>
            </a:xfrm>
            <a:custGeom>
              <a:avLst/>
              <a:gdLst/>
              <a:ahLst/>
              <a:cxnLst/>
              <a:rect l="l" t="t" r="r" b="b"/>
              <a:pathLst>
                <a:path w="42039" h="32554" extrusionOk="0">
                  <a:moveTo>
                    <a:pt x="1" y="0"/>
                  </a:moveTo>
                  <a:lnTo>
                    <a:pt x="1" y="32554"/>
                  </a:lnTo>
                  <a:lnTo>
                    <a:pt x="42038" y="32554"/>
                  </a:lnTo>
                  <a:lnTo>
                    <a:pt x="4203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42"/>
            <p:cNvSpPr/>
            <p:nvPr/>
          </p:nvSpPr>
          <p:spPr>
            <a:xfrm>
              <a:off x="1414133" y="2503412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1"/>
                  </a:moveTo>
                  <a:lnTo>
                    <a:pt x="0" y="31582"/>
                  </a:lnTo>
                  <a:lnTo>
                    <a:pt x="41034" y="31582"/>
                  </a:lnTo>
                  <a:lnTo>
                    <a:pt x="410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42"/>
            <p:cNvSpPr/>
            <p:nvPr/>
          </p:nvSpPr>
          <p:spPr>
            <a:xfrm>
              <a:off x="1415504" y="2503412"/>
              <a:ext cx="1875505" cy="152875"/>
            </a:xfrm>
            <a:custGeom>
              <a:avLst/>
              <a:gdLst/>
              <a:ahLst/>
              <a:cxnLst/>
              <a:rect l="l" t="t" r="r" b="b"/>
              <a:pathLst>
                <a:path w="41035" h="3345" extrusionOk="0">
                  <a:moveTo>
                    <a:pt x="1" y="1"/>
                  </a:moveTo>
                  <a:lnTo>
                    <a:pt x="41035" y="1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42"/>
            <p:cNvSpPr/>
            <p:nvPr/>
          </p:nvSpPr>
          <p:spPr>
            <a:xfrm>
              <a:off x="1415504" y="2656245"/>
              <a:ext cx="1874134" cy="46"/>
            </a:xfrm>
            <a:custGeom>
              <a:avLst/>
              <a:gdLst/>
              <a:ahLst/>
              <a:cxnLst/>
              <a:rect l="l" t="t" r="r" b="b"/>
              <a:pathLst>
                <a:path w="41005" h="1" fill="none" extrusionOk="0">
                  <a:moveTo>
                    <a:pt x="1" y="0"/>
                  </a:moveTo>
                  <a:lnTo>
                    <a:pt x="41004" y="0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42"/>
            <p:cNvSpPr/>
            <p:nvPr/>
          </p:nvSpPr>
          <p:spPr>
            <a:xfrm>
              <a:off x="3158972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0" y="1"/>
                  </a:moveTo>
                  <a:lnTo>
                    <a:pt x="0" y="2463"/>
                  </a:lnTo>
                  <a:lnTo>
                    <a:pt x="2462" y="2463"/>
                  </a:lnTo>
                  <a:lnTo>
                    <a:pt x="24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42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1733"/>
                  </a:moveTo>
                  <a:lnTo>
                    <a:pt x="170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42"/>
            <p:cNvSpPr/>
            <p:nvPr/>
          </p:nvSpPr>
          <p:spPr>
            <a:xfrm>
              <a:off x="3175608" y="2536776"/>
              <a:ext cx="77881" cy="79202"/>
            </a:xfrm>
            <a:custGeom>
              <a:avLst/>
              <a:gdLst/>
              <a:ahLst/>
              <a:cxnLst/>
              <a:rect l="l" t="t" r="r" b="b"/>
              <a:pathLst>
                <a:path w="1704" h="1733" fill="none" extrusionOk="0">
                  <a:moveTo>
                    <a:pt x="1" y="0"/>
                  </a:moveTo>
                  <a:lnTo>
                    <a:pt x="170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42"/>
            <p:cNvSpPr/>
            <p:nvPr/>
          </p:nvSpPr>
          <p:spPr>
            <a:xfrm>
              <a:off x="3010297" y="2521465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93" y="2463"/>
                  </a:lnTo>
                  <a:lnTo>
                    <a:pt x="24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42"/>
            <p:cNvSpPr/>
            <p:nvPr/>
          </p:nvSpPr>
          <p:spPr>
            <a:xfrm>
              <a:off x="3033926" y="2543723"/>
              <a:ext cx="66729" cy="66726"/>
            </a:xfrm>
            <a:custGeom>
              <a:avLst/>
              <a:gdLst/>
              <a:ahLst/>
              <a:cxnLst/>
              <a:rect l="l" t="t" r="r" b="b"/>
              <a:pathLst>
                <a:path w="1460" h="1460" fill="none" extrusionOk="0">
                  <a:moveTo>
                    <a:pt x="1" y="0"/>
                  </a:moveTo>
                  <a:lnTo>
                    <a:pt x="1459" y="0"/>
                  </a:lnTo>
                  <a:lnTo>
                    <a:pt x="1459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42"/>
            <p:cNvSpPr/>
            <p:nvPr/>
          </p:nvSpPr>
          <p:spPr>
            <a:xfrm>
              <a:off x="3033926" y="2560359"/>
              <a:ext cx="66729" cy="46"/>
            </a:xfrm>
            <a:custGeom>
              <a:avLst/>
              <a:gdLst/>
              <a:ahLst/>
              <a:cxnLst/>
              <a:rect l="l" t="t" r="r" b="b"/>
              <a:pathLst>
                <a:path w="1460" h="1" fill="none" extrusionOk="0">
                  <a:moveTo>
                    <a:pt x="1" y="1"/>
                  </a:moveTo>
                  <a:lnTo>
                    <a:pt x="1459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2"/>
            <p:cNvSpPr/>
            <p:nvPr/>
          </p:nvSpPr>
          <p:spPr>
            <a:xfrm>
              <a:off x="2863039" y="2521465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1"/>
                  </a:moveTo>
                  <a:lnTo>
                    <a:pt x="1" y="2463"/>
                  </a:lnTo>
                  <a:lnTo>
                    <a:pt x="2463" y="2463"/>
                  </a:lnTo>
                  <a:lnTo>
                    <a:pt x="24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2"/>
            <p:cNvSpPr/>
            <p:nvPr/>
          </p:nvSpPr>
          <p:spPr>
            <a:xfrm>
              <a:off x="2882509" y="2611775"/>
              <a:ext cx="73676" cy="46"/>
            </a:xfrm>
            <a:custGeom>
              <a:avLst/>
              <a:gdLst/>
              <a:ahLst/>
              <a:cxnLst/>
              <a:rect l="l" t="t" r="r" b="b"/>
              <a:pathLst>
                <a:path w="1612" h="1" fill="none" extrusionOk="0">
                  <a:moveTo>
                    <a:pt x="0" y="0"/>
                  </a:moveTo>
                  <a:lnTo>
                    <a:pt x="1611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42"/>
            <p:cNvSpPr/>
            <p:nvPr/>
          </p:nvSpPr>
          <p:spPr>
            <a:xfrm>
              <a:off x="3179813" y="2656245"/>
              <a:ext cx="118102" cy="1297494"/>
            </a:xfrm>
            <a:custGeom>
              <a:avLst/>
              <a:gdLst/>
              <a:ahLst/>
              <a:cxnLst/>
              <a:rect l="l" t="t" r="r" b="b"/>
              <a:pathLst>
                <a:path w="2584" h="28390" fill="none" extrusionOk="0">
                  <a:moveTo>
                    <a:pt x="0" y="0"/>
                  </a:moveTo>
                  <a:lnTo>
                    <a:pt x="2584" y="0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42"/>
            <p:cNvSpPr/>
            <p:nvPr/>
          </p:nvSpPr>
          <p:spPr>
            <a:xfrm>
              <a:off x="3210343" y="2689563"/>
              <a:ext cx="55623" cy="40355"/>
            </a:xfrm>
            <a:custGeom>
              <a:avLst/>
              <a:gdLst/>
              <a:ahLst/>
              <a:cxnLst/>
              <a:rect l="l" t="t" r="r" b="b"/>
              <a:pathLst>
                <a:path w="1217" h="883" extrusionOk="0">
                  <a:moveTo>
                    <a:pt x="609" y="1"/>
                  </a:moveTo>
                  <a:lnTo>
                    <a:pt x="1" y="882"/>
                  </a:lnTo>
                  <a:lnTo>
                    <a:pt x="1217" y="882"/>
                  </a:lnTo>
                  <a:lnTo>
                    <a:pt x="6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2"/>
            <p:cNvSpPr/>
            <p:nvPr/>
          </p:nvSpPr>
          <p:spPr>
            <a:xfrm>
              <a:off x="3179813" y="2760404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42"/>
            <p:cNvSpPr/>
            <p:nvPr/>
          </p:nvSpPr>
          <p:spPr>
            <a:xfrm>
              <a:off x="1500239" y="2721510"/>
              <a:ext cx="1919976" cy="1489216"/>
            </a:xfrm>
            <a:custGeom>
              <a:avLst/>
              <a:gdLst/>
              <a:ahLst/>
              <a:cxnLst/>
              <a:rect l="l" t="t" r="r" b="b"/>
              <a:pathLst>
                <a:path w="42008" h="32585" extrusionOk="0">
                  <a:moveTo>
                    <a:pt x="1" y="1"/>
                  </a:moveTo>
                  <a:lnTo>
                    <a:pt x="1" y="32585"/>
                  </a:lnTo>
                  <a:lnTo>
                    <a:pt x="42008" y="32585"/>
                  </a:lnTo>
                  <a:lnTo>
                    <a:pt x="420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610;p42"/>
            <p:cNvSpPr/>
            <p:nvPr/>
          </p:nvSpPr>
          <p:spPr>
            <a:xfrm>
              <a:off x="1523868" y="2745139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0" y="0"/>
                  </a:moveTo>
                  <a:lnTo>
                    <a:pt x="0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611;p42"/>
            <p:cNvSpPr/>
            <p:nvPr/>
          </p:nvSpPr>
          <p:spPr>
            <a:xfrm>
              <a:off x="1522451" y="2745139"/>
              <a:ext cx="1875550" cy="152829"/>
            </a:xfrm>
            <a:custGeom>
              <a:avLst/>
              <a:gdLst/>
              <a:ahLst/>
              <a:cxnLst/>
              <a:rect l="l" t="t" r="r" b="b"/>
              <a:pathLst>
                <a:path w="41036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612;p42"/>
            <p:cNvSpPr/>
            <p:nvPr/>
          </p:nvSpPr>
          <p:spPr>
            <a:xfrm>
              <a:off x="1522451" y="2897926"/>
              <a:ext cx="1875550" cy="46"/>
            </a:xfrm>
            <a:custGeom>
              <a:avLst/>
              <a:gdLst/>
              <a:ahLst/>
              <a:cxnLst/>
              <a:rect l="l" t="t" r="r" b="b"/>
              <a:pathLst>
                <a:path w="41036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613;p42"/>
            <p:cNvSpPr/>
            <p:nvPr/>
          </p:nvSpPr>
          <p:spPr>
            <a:xfrm>
              <a:off x="3267290" y="2761821"/>
              <a:ext cx="113988" cy="113936"/>
            </a:xfrm>
            <a:custGeom>
              <a:avLst/>
              <a:gdLst/>
              <a:ahLst/>
              <a:cxnLst/>
              <a:rect l="l" t="t" r="r" b="b"/>
              <a:pathLst>
                <a:path w="2494" h="2493" extrusionOk="0">
                  <a:moveTo>
                    <a:pt x="1" y="0"/>
                  </a:moveTo>
                  <a:lnTo>
                    <a:pt x="1" y="2493"/>
                  </a:lnTo>
                  <a:lnTo>
                    <a:pt x="2493" y="2493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614;p42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1763"/>
                  </a:moveTo>
                  <a:lnTo>
                    <a:pt x="1733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615;p42"/>
            <p:cNvSpPr/>
            <p:nvPr/>
          </p:nvSpPr>
          <p:spPr>
            <a:xfrm>
              <a:off x="3283972" y="2777086"/>
              <a:ext cx="79252" cy="80619"/>
            </a:xfrm>
            <a:custGeom>
              <a:avLst/>
              <a:gdLst/>
              <a:ahLst/>
              <a:cxnLst/>
              <a:rect l="l" t="t" r="r" b="b"/>
              <a:pathLst>
                <a:path w="1734" h="1764" fill="none" extrusionOk="0">
                  <a:moveTo>
                    <a:pt x="1" y="0"/>
                  </a:moveTo>
                  <a:lnTo>
                    <a:pt x="1733" y="176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42"/>
            <p:cNvSpPr/>
            <p:nvPr/>
          </p:nvSpPr>
          <p:spPr>
            <a:xfrm>
              <a:off x="3120078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617;p42"/>
            <p:cNvSpPr/>
            <p:nvPr/>
          </p:nvSpPr>
          <p:spPr>
            <a:xfrm>
              <a:off x="3142290" y="2785404"/>
              <a:ext cx="68100" cy="66726"/>
            </a:xfrm>
            <a:custGeom>
              <a:avLst/>
              <a:gdLst/>
              <a:ahLst/>
              <a:cxnLst/>
              <a:rect l="l" t="t" r="r" b="b"/>
              <a:pathLst>
                <a:path w="1490" h="1460" fill="none" extrusionOk="0">
                  <a:moveTo>
                    <a:pt x="0" y="1"/>
                  </a:moveTo>
                  <a:lnTo>
                    <a:pt x="1490" y="1"/>
                  </a:lnTo>
                  <a:lnTo>
                    <a:pt x="1490" y="1460"/>
                  </a:lnTo>
                  <a:lnTo>
                    <a:pt x="0" y="1460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618;p42"/>
            <p:cNvSpPr/>
            <p:nvPr/>
          </p:nvSpPr>
          <p:spPr>
            <a:xfrm>
              <a:off x="3142290" y="2802086"/>
              <a:ext cx="68100" cy="46"/>
            </a:xfrm>
            <a:custGeom>
              <a:avLst/>
              <a:gdLst/>
              <a:ahLst/>
              <a:cxnLst/>
              <a:rect l="l" t="t" r="r" b="b"/>
              <a:pathLst>
                <a:path w="1490" h="1" fill="none" extrusionOk="0">
                  <a:moveTo>
                    <a:pt x="0" y="1"/>
                  </a:moveTo>
                  <a:lnTo>
                    <a:pt x="1490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619;p42"/>
            <p:cNvSpPr/>
            <p:nvPr/>
          </p:nvSpPr>
          <p:spPr>
            <a:xfrm>
              <a:off x="2972820" y="2761821"/>
              <a:ext cx="112571" cy="113936"/>
            </a:xfrm>
            <a:custGeom>
              <a:avLst/>
              <a:gdLst/>
              <a:ahLst/>
              <a:cxnLst/>
              <a:rect l="l" t="t" r="r" b="b"/>
              <a:pathLst>
                <a:path w="2463" h="2493" extrusionOk="0">
                  <a:moveTo>
                    <a:pt x="0" y="0"/>
                  </a:moveTo>
                  <a:lnTo>
                    <a:pt x="0" y="2493"/>
                  </a:lnTo>
                  <a:lnTo>
                    <a:pt x="2462" y="2493"/>
                  </a:lnTo>
                  <a:lnTo>
                    <a:pt x="246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42"/>
            <p:cNvSpPr/>
            <p:nvPr/>
          </p:nvSpPr>
          <p:spPr>
            <a:xfrm>
              <a:off x="2989456" y="2852085"/>
              <a:ext cx="76464" cy="46"/>
            </a:xfrm>
            <a:custGeom>
              <a:avLst/>
              <a:gdLst/>
              <a:ahLst/>
              <a:cxnLst/>
              <a:rect l="l" t="t" r="r" b="b"/>
              <a:pathLst>
                <a:path w="1673" h="1" fill="none" extrusionOk="0">
                  <a:moveTo>
                    <a:pt x="1" y="1"/>
                  </a:moveTo>
                  <a:lnTo>
                    <a:pt x="167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42"/>
            <p:cNvSpPr/>
            <p:nvPr/>
          </p:nvSpPr>
          <p:spPr>
            <a:xfrm>
              <a:off x="3288131" y="2897926"/>
              <a:ext cx="118147" cy="1296123"/>
            </a:xfrm>
            <a:custGeom>
              <a:avLst/>
              <a:gdLst/>
              <a:ahLst/>
              <a:cxnLst/>
              <a:rect l="l" t="t" r="r" b="b"/>
              <a:pathLst>
                <a:path w="2585" h="28360" fill="none" extrusionOk="0">
                  <a:moveTo>
                    <a:pt x="1" y="1"/>
                  </a:moveTo>
                  <a:lnTo>
                    <a:pt x="2585" y="1"/>
                  </a:lnTo>
                  <a:lnTo>
                    <a:pt x="2585" y="28360"/>
                  </a:lnTo>
                  <a:lnTo>
                    <a:pt x="1" y="2836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42"/>
            <p:cNvSpPr/>
            <p:nvPr/>
          </p:nvSpPr>
          <p:spPr>
            <a:xfrm>
              <a:off x="3320124" y="2928502"/>
              <a:ext cx="54206" cy="41726"/>
            </a:xfrm>
            <a:custGeom>
              <a:avLst/>
              <a:gdLst/>
              <a:ahLst/>
              <a:cxnLst/>
              <a:rect l="l" t="t" r="r" b="b"/>
              <a:pathLst>
                <a:path w="1186" h="913" extrusionOk="0">
                  <a:moveTo>
                    <a:pt x="608" y="1"/>
                  </a:moveTo>
                  <a:lnTo>
                    <a:pt x="0" y="912"/>
                  </a:lnTo>
                  <a:lnTo>
                    <a:pt x="1185" y="912"/>
                  </a:lnTo>
                  <a:lnTo>
                    <a:pt x="608" y="1"/>
                  </a:lnTo>
                  <a:close/>
                </a:path>
              </a:pathLst>
            </a:custGeom>
            <a:solidFill>
              <a:srgbClr val="FEFC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42"/>
            <p:cNvSpPr/>
            <p:nvPr/>
          </p:nvSpPr>
          <p:spPr>
            <a:xfrm>
              <a:off x="3288131" y="3002131"/>
              <a:ext cx="118147" cy="46"/>
            </a:xfrm>
            <a:custGeom>
              <a:avLst/>
              <a:gdLst/>
              <a:ahLst/>
              <a:cxnLst/>
              <a:rect l="l" t="t" r="r" b="b"/>
              <a:pathLst>
                <a:path w="2585" h="1" fill="none" extrusionOk="0">
                  <a:moveTo>
                    <a:pt x="1" y="1"/>
                  </a:moveTo>
                  <a:lnTo>
                    <a:pt x="2585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624;p42"/>
            <p:cNvSpPr/>
            <p:nvPr/>
          </p:nvSpPr>
          <p:spPr>
            <a:xfrm>
              <a:off x="1604444" y="2968813"/>
              <a:ext cx="1919976" cy="1487799"/>
            </a:xfrm>
            <a:custGeom>
              <a:avLst/>
              <a:gdLst/>
              <a:ahLst/>
              <a:cxnLst/>
              <a:rect l="l" t="t" r="r" b="b"/>
              <a:pathLst>
                <a:path w="42008" h="32554" extrusionOk="0">
                  <a:moveTo>
                    <a:pt x="0" y="0"/>
                  </a:moveTo>
                  <a:lnTo>
                    <a:pt x="0" y="32554"/>
                  </a:lnTo>
                  <a:lnTo>
                    <a:pt x="42007" y="32554"/>
                  </a:lnTo>
                  <a:lnTo>
                    <a:pt x="420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625;p42"/>
            <p:cNvSpPr/>
            <p:nvPr/>
          </p:nvSpPr>
          <p:spPr>
            <a:xfrm>
              <a:off x="1626656" y="2989653"/>
              <a:ext cx="1875505" cy="1443376"/>
            </a:xfrm>
            <a:custGeom>
              <a:avLst/>
              <a:gdLst/>
              <a:ahLst/>
              <a:cxnLst/>
              <a:rect l="l" t="t" r="r" b="b"/>
              <a:pathLst>
                <a:path w="41035" h="31582" extrusionOk="0">
                  <a:moveTo>
                    <a:pt x="1" y="0"/>
                  </a:moveTo>
                  <a:lnTo>
                    <a:pt x="1" y="31581"/>
                  </a:lnTo>
                  <a:lnTo>
                    <a:pt x="41035" y="31581"/>
                  </a:lnTo>
                  <a:lnTo>
                    <a:pt x="410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42"/>
            <p:cNvSpPr/>
            <p:nvPr/>
          </p:nvSpPr>
          <p:spPr>
            <a:xfrm>
              <a:off x="1626656" y="2989653"/>
              <a:ext cx="1875505" cy="152829"/>
            </a:xfrm>
            <a:custGeom>
              <a:avLst/>
              <a:gdLst/>
              <a:ahLst/>
              <a:cxnLst/>
              <a:rect l="l" t="t" r="r" b="b"/>
              <a:pathLst>
                <a:path w="41035" h="3344" extrusionOk="0">
                  <a:moveTo>
                    <a:pt x="1" y="0"/>
                  </a:moveTo>
                  <a:lnTo>
                    <a:pt x="41035" y="0"/>
                  </a:lnTo>
                  <a:lnTo>
                    <a:pt x="41035" y="3344"/>
                  </a:lnTo>
                  <a:lnTo>
                    <a:pt x="1" y="3344"/>
                  </a:lnTo>
                  <a:close/>
                </a:path>
              </a:pathLst>
            </a:custGeom>
            <a:gradFill>
              <a:gsLst>
                <a:gs pos="0">
                  <a:srgbClr val="9223EE"/>
                </a:gs>
                <a:gs pos="100000">
                  <a:schemeClr val="accent1"/>
                </a:gs>
              </a:gsLst>
              <a:lin ang="18900044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42"/>
            <p:cNvSpPr/>
            <p:nvPr/>
          </p:nvSpPr>
          <p:spPr>
            <a:xfrm>
              <a:off x="1626656" y="3143812"/>
              <a:ext cx="1875505" cy="46"/>
            </a:xfrm>
            <a:custGeom>
              <a:avLst/>
              <a:gdLst/>
              <a:ahLst/>
              <a:cxnLst/>
              <a:rect l="l" t="t" r="r" b="b"/>
              <a:pathLst>
                <a:path w="41035" h="1" fill="none" extrusionOk="0">
                  <a:moveTo>
                    <a:pt x="1" y="1"/>
                  </a:moveTo>
                  <a:lnTo>
                    <a:pt x="41035" y="1"/>
                  </a:lnTo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42"/>
            <p:cNvSpPr/>
            <p:nvPr/>
          </p:nvSpPr>
          <p:spPr>
            <a:xfrm>
              <a:off x="3371495" y="3007706"/>
              <a:ext cx="113988" cy="112565"/>
            </a:xfrm>
            <a:custGeom>
              <a:avLst/>
              <a:gdLst/>
              <a:ahLst/>
              <a:cxnLst/>
              <a:rect l="l" t="t" r="r" b="b"/>
              <a:pathLst>
                <a:path w="2494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93" y="2462"/>
                  </a:lnTo>
                  <a:lnTo>
                    <a:pt x="24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733"/>
                  </a:moveTo>
                  <a:lnTo>
                    <a:pt x="1733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630;p42"/>
            <p:cNvSpPr/>
            <p:nvPr/>
          </p:nvSpPr>
          <p:spPr>
            <a:xfrm>
              <a:off x="3388177" y="3024342"/>
              <a:ext cx="79207" cy="79248"/>
            </a:xfrm>
            <a:custGeom>
              <a:avLst/>
              <a:gdLst/>
              <a:ahLst/>
              <a:cxnLst/>
              <a:rect l="l" t="t" r="r" b="b"/>
              <a:pathLst>
                <a:path w="1733" h="1734" fill="none" extrusionOk="0">
                  <a:moveTo>
                    <a:pt x="0" y="1"/>
                  </a:moveTo>
                  <a:lnTo>
                    <a:pt x="1733" y="1733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631;p42"/>
            <p:cNvSpPr/>
            <p:nvPr/>
          </p:nvSpPr>
          <p:spPr>
            <a:xfrm>
              <a:off x="3224237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42"/>
            <p:cNvSpPr/>
            <p:nvPr/>
          </p:nvSpPr>
          <p:spPr>
            <a:xfrm>
              <a:off x="3245078" y="3029918"/>
              <a:ext cx="68146" cy="66726"/>
            </a:xfrm>
            <a:custGeom>
              <a:avLst/>
              <a:gdLst/>
              <a:ahLst/>
              <a:cxnLst/>
              <a:rect l="l" t="t" r="r" b="b"/>
              <a:pathLst>
                <a:path w="1491" h="1460" fill="none" extrusionOk="0">
                  <a:moveTo>
                    <a:pt x="1" y="0"/>
                  </a:moveTo>
                  <a:lnTo>
                    <a:pt x="1490" y="0"/>
                  </a:lnTo>
                  <a:lnTo>
                    <a:pt x="1490" y="1459"/>
                  </a:lnTo>
                  <a:lnTo>
                    <a:pt x="1" y="1459"/>
                  </a:lnTo>
                  <a:close/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42"/>
            <p:cNvSpPr/>
            <p:nvPr/>
          </p:nvSpPr>
          <p:spPr>
            <a:xfrm>
              <a:off x="3245078" y="3046600"/>
              <a:ext cx="68146" cy="46"/>
            </a:xfrm>
            <a:custGeom>
              <a:avLst/>
              <a:gdLst/>
              <a:ahLst/>
              <a:cxnLst/>
              <a:rect l="l" t="t" r="r" b="b"/>
              <a:pathLst>
                <a:path w="1491" h="1" fill="none" extrusionOk="0">
                  <a:moveTo>
                    <a:pt x="1" y="0"/>
                  </a:moveTo>
                  <a:lnTo>
                    <a:pt x="1490" y="0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4" name="Google Shape;1634;p42"/>
            <p:cNvSpPr/>
            <p:nvPr/>
          </p:nvSpPr>
          <p:spPr>
            <a:xfrm>
              <a:off x="3076979" y="3007706"/>
              <a:ext cx="112571" cy="112565"/>
            </a:xfrm>
            <a:custGeom>
              <a:avLst/>
              <a:gdLst/>
              <a:ahLst/>
              <a:cxnLst/>
              <a:rect l="l" t="t" r="r" b="b"/>
              <a:pathLst>
                <a:path w="2463" h="2463" extrusionOk="0">
                  <a:moveTo>
                    <a:pt x="1" y="0"/>
                  </a:moveTo>
                  <a:lnTo>
                    <a:pt x="1" y="2462"/>
                  </a:lnTo>
                  <a:lnTo>
                    <a:pt x="2463" y="2462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2"/>
            <p:cNvSpPr/>
            <p:nvPr/>
          </p:nvSpPr>
          <p:spPr>
            <a:xfrm>
              <a:off x="3093661" y="3097971"/>
              <a:ext cx="75048" cy="46"/>
            </a:xfrm>
            <a:custGeom>
              <a:avLst/>
              <a:gdLst/>
              <a:ahLst/>
              <a:cxnLst/>
              <a:rect l="l" t="t" r="r" b="b"/>
              <a:pathLst>
                <a:path w="1642" h="1" fill="none" extrusionOk="0">
                  <a:moveTo>
                    <a:pt x="1" y="1"/>
                  </a:moveTo>
                  <a:lnTo>
                    <a:pt x="1642" y="1"/>
                  </a:lnTo>
                </a:path>
              </a:pathLst>
            </a:custGeom>
            <a:noFill/>
            <a:ln w="6075" cap="flat" cmpd="sng">
              <a:solidFill>
                <a:srgbClr val="1D1B29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2"/>
            <p:cNvSpPr/>
            <p:nvPr/>
          </p:nvSpPr>
          <p:spPr>
            <a:xfrm>
              <a:off x="3390965" y="3143812"/>
              <a:ext cx="118102" cy="1297540"/>
            </a:xfrm>
            <a:custGeom>
              <a:avLst/>
              <a:gdLst/>
              <a:ahLst/>
              <a:cxnLst/>
              <a:rect l="l" t="t" r="r" b="b"/>
              <a:pathLst>
                <a:path w="2584" h="28391" fill="none" extrusionOk="0">
                  <a:moveTo>
                    <a:pt x="0" y="1"/>
                  </a:moveTo>
                  <a:lnTo>
                    <a:pt x="2584" y="1"/>
                  </a:lnTo>
                  <a:lnTo>
                    <a:pt x="2584" y="28390"/>
                  </a:lnTo>
                  <a:lnTo>
                    <a:pt x="0" y="28390"/>
                  </a:lnTo>
                  <a:close/>
                </a:path>
              </a:pathLst>
            </a:custGeom>
            <a:solidFill>
              <a:schemeClr val="lt1"/>
            </a:solidFill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42"/>
            <p:cNvSpPr/>
            <p:nvPr/>
          </p:nvSpPr>
          <p:spPr>
            <a:xfrm>
              <a:off x="3424283" y="3175804"/>
              <a:ext cx="54252" cy="40310"/>
            </a:xfrm>
            <a:custGeom>
              <a:avLst/>
              <a:gdLst/>
              <a:ahLst/>
              <a:cxnLst/>
              <a:rect l="l" t="t" r="r" b="b"/>
              <a:pathLst>
                <a:path w="1187" h="882" extrusionOk="0">
                  <a:moveTo>
                    <a:pt x="578" y="0"/>
                  </a:moveTo>
                  <a:lnTo>
                    <a:pt x="1" y="881"/>
                  </a:lnTo>
                  <a:lnTo>
                    <a:pt x="1186" y="881"/>
                  </a:lnTo>
                  <a:lnTo>
                    <a:pt x="57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42"/>
            <p:cNvSpPr/>
            <p:nvPr/>
          </p:nvSpPr>
          <p:spPr>
            <a:xfrm>
              <a:off x="3390965" y="3248016"/>
              <a:ext cx="118102" cy="46"/>
            </a:xfrm>
            <a:custGeom>
              <a:avLst/>
              <a:gdLst/>
              <a:ahLst/>
              <a:cxnLst/>
              <a:rect l="l" t="t" r="r" b="b"/>
              <a:pathLst>
                <a:path w="2584" h="1" fill="none" extrusionOk="0">
                  <a:moveTo>
                    <a:pt x="0" y="1"/>
                  </a:moveTo>
                  <a:lnTo>
                    <a:pt x="2584" y="1"/>
                  </a:lnTo>
                </a:path>
              </a:pathLst>
            </a:custGeom>
            <a:noFill/>
            <a:ln w="8350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9" name="Google Shape;1639;p42"/>
          <p:cNvGrpSpPr/>
          <p:nvPr/>
        </p:nvGrpSpPr>
        <p:grpSpPr>
          <a:xfrm rot="4371424">
            <a:off x="259417" y="4066479"/>
            <a:ext cx="573904" cy="945562"/>
            <a:chOff x="1279175" y="2762450"/>
            <a:chExt cx="644426" cy="1061755"/>
          </a:xfrm>
        </p:grpSpPr>
        <p:sp>
          <p:nvSpPr>
            <p:cNvPr id="1640" name="Google Shape;1640;p42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1" name="Google Shape;1641;p42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2" name="Google Shape;1642;p42"/>
          <p:cNvGrpSpPr/>
          <p:nvPr/>
        </p:nvGrpSpPr>
        <p:grpSpPr>
          <a:xfrm>
            <a:off x="1222805" y="3564830"/>
            <a:ext cx="827136" cy="827136"/>
            <a:chOff x="2115375" y="3396150"/>
            <a:chExt cx="827136" cy="827136"/>
          </a:xfrm>
        </p:grpSpPr>
        <p:sp>
          <p:nvSpPr>
            <p:cNvPr id="1643" name="Google Shape;1643;p42"/>
            <p:cNvSpPr/>
            <p:nvPr/>
          </p:nvSpPr>
          <p:spPr>
            <a:xfrm>
              <a:off x="2115375" y="3396150"/>
              <a:ext cx="827136" cy="827136"/>
            </a:xfrm>
            <a:custGeom>
              <a:avLst/>
              <a:gdLst/>
              <a:ahLst/>
              <a:cxnLst/>
              <a:rect l="l" t="t" r="r" b="b"/>
              <a:pathLst>
                <a:path w="10487" h="10487" fill="none" extrusionOk="0">
                  <a:moveTo>
                    <a:pt x="10487" y="5228"/>
                  </a:moveTo>
                  <a:cubicBezTo>
                    <a:pt x="10487" y="8146"/>
                    <a:pt x="8116" y="10487"/>
                    <a:pt x="5228" y="10487"/>
                  </a:cubicBezTo>
                  <a:cubicBezTo>
                    <a:pt x="2341" y="10487"/>
                    <a:pt x="0" y="8146"/>
                    <a:pt x="0" y="5228"/>
                  </a:cubicBezTo>
                  <a:cubicBezTo>
                    <a:pt x="0" y="2341"/>
                    <a:pt x="2341" y="0"/>
                    <a:pt x="5228" y="0"/>
                  </a:cubicBezTo>
                  <a:cubicBezTo>
                    <a:pt x="8116" y="0"/>
                    <a:pt x="10487" y="2341"/>
                    <a:pt x="10487" y="5228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42"/>
            <p:cNvSpPr/>
            <p:nvPr/>
          </p:nvSpPr>
          <p:spPr>
            <a:xfrm>
              <a:off x="2271146" y="3892409"/>
              <a:ext cx="520322" cy="189452"/>
            </a:xfrm>
            <a:custGeom>
              <a:avLst/>
              <a:gdLst/>
              <a:ahLst/>
              <a:cxnLst/>
              <a:rect l="l" t="t" r="r" b="b"/>
              <a:pathLst>
                <a:path w="6597" h="2402" fill="none" extrusionOk="0">
                  <a:moveTo>
                    <a:pt x="1" y="0"/>
                  </a:moveTo>
                  <a:cubicBezTo>
                    <a:pt x="457" y="1429"/>
                    <a:pt x="1733" y="2402"/>
                    <a:pt x="3284" y="2402"/>
                  </a:cubicBezTo>
                  <a:cubicBezTo>
                    <a:pt x="4803" y="2402"/>
                    <a:pt x="6141" y="1429"/>
                    <a:pt x="6597" y="0"/>
                  </a:cubicBezTo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42"/>
            <p:cNvSpPr/>
            <p:nvPr/>
          </p:nvSpPr>
          <p:spPr>
            <a:xfrm>
              <a:off x="2311923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9" y="1673"/>
                  </a:cubicBezTo>
                  <a:cubicBezTo>
                    <a:pt x="274" y="1673"/>
                    <a:pt x="1" y="1308"/>
                    <a:pt x="1" y="852"/>
                  </a:cubicBezTo>
                  <a:cubicBezTo>
                    <a:pt x="1" y="396"/>
                    <a:pt x="274" y="1"/>
                    <a:pt x="609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42"/>
            <p:cNvSpPr/>
            <p:nvPr/>
          </p:nvSpPr>
          <p:spPr>
            <a:xfrm>
              <a:off x="2649966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8" y="1673"/>
                  </a:cubicBezTo>
                  <a:cubicBezTo>
                    <a:pt x="274" y="1673"/>
                    <a:pt x="0" y="1308"/>
                    <a:pt x="0" y="852"/>
                  </a:cubicBezTo>
                  <a:cubicBezTo>
                    <a:pt x="0" y="396"/>
                    <a:pt x="274" y="1"/>
                    <a:pt x="608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4573216" y="3523280"/>
            <a:ext cx="43624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C</a:t>
            </a:r>
            <a:r>
              <a:rPr lang="en" sz="3200" b="1" u="sng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ode for Closegraph( ) </a:t>
            </a:r>
            <a:endParaRPr lang="en-IN" u="sng" dirty="0">
              <a:solidFill>
                <a:schemeClr val="tx1"/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1" name="Google Shape;1691;p44"/>
          <p:cNvGrpSpPr/>
          <p:nvPr/>
        </p:nvGrpSpPr>
        <p:grpSpPr>
          <a:xfrm>
            <a:off x="188132" y="2912210"/>
            <a:ext cx="1818178" cy="1772370"/>
            <a:chOff x="6806125" y="2999329"/>
            <a:chExt cx="1749594" cy="1705514"/>
          </a:xfrm>
        </p:grpSpPr>
        <p:sp>
          <p:nvSpPr>
            <p:cNvPr id="1692" name="Google Shape;1692;p44"/>
            <p:cNvSpPr/>
            <p:nvPr/>
          </p:nvSpPr>
          <p:spPr>
            <a:xfrm>
              <a:off x="6806125" y="2999329"/>
              <a:ext cx="1749594" cy="1705514"/>
            </a:xfrm>
            <a:custGeom>
              <a:avLst/>
              <a:gdLst/>
              <a:ahLst/>
              <a:cxnLst/>
              <a:rect l="l" t="t" r="r" b="b"/>
              <a:pathLst>
                <a:path w="49455" h="48209" extrusionOk="0">
                  <a:moveTo>
                    <a:pt x="1" y="1"/>
                  </a:moveTo>
                  <a:lnTo>
                    <a:pt x="1" y="48208"/>
                  </a:lnTo>
                  <a:lnTo>
                    <a:pt x="49455" y="48208"/>
                  </a:lnTo>
                  <a:lnTo>
                    <a:pt x="49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44"/>
            <p:cNvSpPr/>
            <p:nvPr/>
          </p:nvSpPr>
          <p:spPr>
            <a:xfrm>
              <a:off x="6826573" y="3019777"/>
              <a:ext cx="1708698" cy="1665679"/>
            </a:xfrm>
            <a:custGeom>
              <a:avLst/>
              <a:gdLst/>
              <a:ahLst/>
              <a:cxnLst/>
              <a:rect l="l" t="t" r="r" b="b"/>
              <a:pathLst>
                <a:path w="48299" h="47083" extrusionOk="0">
                  <a:moveTo>
                    <a:pt x="0" y="0"/>
                  </a:moveTo>
                  <a:lnTo>
                    <a:pt x="0" y="47083"/>
                  </a:lnTo>
                  <a:lnTo>
                    <a:pt x="48299" y="47083"/>
                  </a:lnTo>
                  <a:lnTo>
                    <a:pt x="48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44"/>
            <p:cNvSpPr/>
            <p:nvPr/>
          </p:nvSpPr>
          <p:spPr>
            <a:xfrm>
              <a:off x="8434121" y="3012242"/>
              <a:ext cx="107583" cy="1679688"/>
            </a:xfrm>
            <a:custGeom>
              <a:avLst/>
              <a:gdLst/>
              <a:ahLst/>
              <a:cxnLst/>
              <a:rect l="l" t="t" r="r" b="b"/>
              <a:pathLst>
                <a:path w="3041" h="47479" fill="none" extrusionOk="0">
                  <a:moveTo>
                    <a:pt x="1" y="0"/>
                  </a:moveTo>
                  <a:lnTo>
                    <a:pt x="3040" y="0"/>
                  </a:lnTo>
                  <a:lnTo>
                    <a:pt x="3040" y="47478"/>
                  </a:lnTo>
                  <a:lnTo>
                    <a:pt x="1" y="47478"/>
                  </a:lnTo>
                  <a:close/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4"/>
            <p:cNvSpPr/>
            <p:nvPr/>
          </p:nvSpPr>
          <p:spPr>
            <a:xfrm>
              <a:off x="8463165" y="3038031"/>
              <a:ext cx="49493" cy="37677"/>
            </a:xfrm>
            <a:custGeom>
              <a:avLst/>
              <a:gdLst/>
              <a:ahLst/>
              <a:cxnLst/>
              <a:rect l="l" t="t" r="r" b="b"/>
              <a:pathLst>
                <a:path w="1399" h="1065" extrusionOk="0">
                  <a:moveTo>
                    <a:pt x="700" y="1"/>
                  </a:moveTo>
                  <a:lnTo>
                    <a:pt x="0" y="1065"/>
                  </a:lnTo>
                  <a:lnTo>
                    <a:pt x="1399" y="1065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4"/>
            <p:cNvSpPr/>
            <p:nvPr/>
          </p:nvSpPr>
          <p:spPr>
            <a:xfrm>
              <a:off x="8434121" y="3106874"/>
              <a:ext cx="107583" cy="35"/>
            </a:xfrm>
            <a:custGeom>
              <a:avLst/>
              <a:gdLst/>
              <a:ahLst/>
              <a:cxnLst/>
              <a:rect l="l" t="t" r="r" b="b"/>
              <a:pathLst>
                <a:path w="3041" h="1" fill="none" extrusionOk="0">
                  <a:moveTo>
                    <a:pt x="1" y="0"/>
                  </a:moveTo>
                  <a:lnTo>
                    <a:pt x="3040" y="0"/>
                  </a:lnTo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4"/>
            <p:cNvSpPr/>
            <p:nvPr/>
          </p:nvSpPr>
          <p:spPr>
            <a:xfrm>
              <a:off x="8463165" y="4625167"/>
              <a:ext cx="49493" cy="36616"/>
            </a:xfrm>
            <a:custGeom>
              <a:avLst/>
              <a:gdLst/>
              <a:ahLst/>
              <a:cxnLst/>
              <a:rect l="l" t="t" r="r" b="b"/>
              <a:pathLst>
                <a:path w="1399" h="1035" extrusionOk="0">
                  <a:moveTo>
                    <a:pt x="0" y="1"/>
                  </a:moveTo>
                  <a:lnTo>
                    <a:pt x="700" y="1034"/>
                  </a:lnTo>
                  <a:lnTo>
                    <a:pt x="13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44"/>
            <p:cNvSpPr/>
            <p:nvPr/>
          </p:nvSpPr>
          <p:spPr>
            <a:xfrm>
              <a:off x="8434121" y="4592904"/>
              <a:ext cx="107583" cy="35"/>
            </a:xfrm>
            <a:custGeom>
              <a:avLst/>
              <a:gdLst/>
              <a:ahLst/>
              <a:cxnLst/>
              <a:rect l="l" t="t" r="r" b="b"/>
              <a:pathLst>
                <a:path w="3041" h="1" fill="none" extrusionOk="0">
                  <a:moveTo>
                    <a:pt x="304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9" name="Google Shape;1699;p44"/>
          <p:cNvGrpSpPr/>
          <p:nvPr/>
        </p:nvGrpSpPr>
        <p:grpSpPr>
          <a:xfrm>
            <a:off x="591411" y="3384827"/>
            <a:ext cx="827136" cy="827136"/>
            <a:chOff x="2115375" y="3396150"/>
            <a:chExt cx="827136" cy="827136"/>
          </a:xfrm>
        </p:grpSpPr>
        <p:sp>
          <p:nvSpPr>
            <p:cNvPr id="1700" name="Google Shape;1700;p44"/>
            <p:cNvSpPr/>
            <p:nvPr/>
          </p:nvSpPr>
          <p:spPr>
            <a:xfrm>
              <a:off x="2115375" y="3396150"/>
              <a:ext cx="827136" cy="827136"/>
            </a:xfrm>
            <a:custGeom>
              <a:avLst/>
              <a:gdLst/>
              <a:ahLst/>
              <a:cxnLst/>
              <a:rect l="l" t="t" r="r" b="b"/>
              <a:pathLst>
                <a:path w="10487" h="10487" fill="none" extrusionOk="0">
                  <a:moveTo>
                    <a:pt x="10487" y="5228"/>
                  </a:moveTo>
                  <a:cubicBezTo>
                    <a:pt x="10487" y="8146"/>
                    <a:pt x="8116" y="10487"/>
                    <a:pt x="5228" y="10487"/>
                  </a:cubicBezTo>
                  <a:cubicBezTo>
                    <a:pt x="2341" y="10487"/>
                    <a:pt x="0" y="8146"/>
                    <a:pt x="0" y="5228"/>
                  </a:cubicBezTo>
                  <a:cubicBezTo>
                    <a:pt x="0" y="2341"/>
                    <a:pt x="2341" y="0"/>
                    <a:pt x="5228" y="0"/>
                  </a:cubicBezTo>
                  <a:cubicBezTo>
                    <a:pt x="8116" y="0"/>
                    <a:pt x="10487" y="2341"/>
                    <a:pt x="10487" y="5228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4"/>
            <p:cNvSpPr/>
            <p:nvPr/>
          </p:nvSpPr>
          <p:spPr>
            <a:xfrm>
              <a:off x="2271146" y="3892409"/>
              <a:ext cx="520322" cy="189452"/>
            </a:xfrm>
            <a:custGeom>
              <a:avLst/>
              <a:gdLst/>
              <a:ahLst/>
              <a:cxnLst/>
              <a:rect l="l" t="t" r="r" b="b"/>
              <a:pathLst>
                <a:path w="6597" h="2402" fill="none" extrusionOk="0">
                  <a:moveTo>
                    <a:pt x="1" y="0"/>
                  </a:moveTo>
                  <a:cubicBezTo>
                    <a:pt x="457" y="1429"/>
                    <a:pt x="1733" y="2402"/>
                    <a:pt x="3284" y="2402"/>
                  </a:cubicBezTo>
                  <a:cubicBezTo>
                    <a:pt x="4803" y="2402"/>
                    <a:pt x="6141" y="1429"/>
                    <a:pt x="6597" y="0"/>
                  </a:cubicBezTo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44"/>
            <p:cNvSpPr/>
            <p:nvPr/>
          </p:nvSpPr>
          <p:spPr>
            <a:xfrm>
              <a:off x="2311923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9" y="1673"/>
                  </a:cubicBezTo>
                  <a:cubicBezTo>
                    <a:pt x="274" y="1673"/>
                    <a:pt x="1" y="1308"/>
                    <a:pt x="1" y="852"/>
                  </a:cubicBezTo>
                  <a:cubicBezTo>
                    <a:pt x="1" y="396"/>
                    <a:pt x="274" y="1"/>
                    <a:pt x="609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44"/>
            <p:cNvSpPr/>
            <p:nvPr/>
          </p:nvSpPr>
          <p:spPr>
            <a:xfrm>
              <a:off x="2649966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8" y="1673"/>
                  </a:cubicBezTo>
                  <a:cubicBezTo>
                    <a:pt x="274" y="1673"/>
                    <a:pt x="0" y="1308"/>
                    <a:pt x="0" y="852"/>
                  </a:cubicBezTo>
                  <a:cubicBezTo>
                    <a:pt x="0" y="396"/>
                    <a:pt x="274" y="1"/>
                    <a:pt x="608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707" b="47448"/>
          <a:stretch/>
        </p:blipFill>
        <p:spPr bwMode="auto">
          <a:xfrm>
            <a:off x="2029911" y="1352145"/>
            <a:ext cx="5440931" cy="2752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946756" y="117370"/>
            <a:ext cx="22108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sz="4400" b="1" u="sng" dirty="0">
                <a:solidFill>
                  <a:srgbClr val="000000">
                    <a:lumMod val="95000"/>
                    <a:lumOff val="5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ea typeface="Nanum Gothic Coding"/>
                <a:cs typeface="Times New Roman" pitchFamily="18" charset="0"/>
                <a:sym typeface="Nanum Gothic Coding"/>
              </a:rPr>
              <a:t>Output</a:t>
            </a:r>
            <a:endParaRPr lang="en-IN" sz="4400" u="sng" dirty="0">
              <a:solidFill>
                <a:srgbClr val="000000">
                  <a:lumMod val="95000"/>
                  <a:lumOff val="5000"/>
                </a:srgbClr>
              </a:solidFill>
              <a:latin typeface="Algerian" pitchFamily="82" charset="0"/>
            </a:endParaRPr>
          </a:p>
        </p:txBody>
      </p: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5" name="Google Shape;3105;p75"/>
          <p:cNvSpPr txBox="1">
            <a:spLocks noGrp="1"/>
          </p:cNvSpPr>
          <p:nvPr>
            <p:ph type="title"/>
          </p:nvPr>
        </p:nvSpPr>
        <p:spPr>
          <a:xfrm>
            <a:off x="2642792" y="2278701"/>
            <a:ext cx="4429215" cy="11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  <a:cs typeface="Times New Roman" pitchFamily="18" charset="0"/>
              </a:rPr>
              <a:t>Thankyou for listening!!</a:t>
            </a:r>
            <a:endParaRPr sz="4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  <a:cs typeface="Times New Roman" pitchFamily="18" charset="0"/>
            </a:endParaRPr>
          </a:p>
        </p:txBody>
      </p:sp>
      <p:sp>
        <p:nvSpPr>
          <p:cNvPr id="3128" name="Google Shape;3128;p75"/>
          <p:cNvSpPr/>
          <p:nvPr/>
        </p:nvSpPr>
        <p:spPr>
          <a:xfrm>
            <a:off x="6649625" y="4235088"/>
            <a:ext cx="2548734" cy="227126"/>
          </a:xfrm>
          <a:custGeom>
            <a:avLst/>
            <a:gdLst/>
            <a:ahLst/>
            <a:cxnLst/>
            <a:rect l="l" t="t" r="r" b="b"/>
            <a:pathLst>
              <a:path w="25260" h="2251" fill="none" extrusionOk="0">
                <a:moveTo>
                  <a:pt x="25260" y="2250"/>
                </a:moveTo>
                <a:lnTo>
                  <a:pt x="21065" y="1"/>
                </a:lnTo>
                <a:lnTo>
                  <a:pt x="16840" y="2250"/>
                </a:lnTo>
                <a:lnTo>
                  <a:pt x="12645" y="1"/>
                </a:lnTo>
                <a:lnTo>
                  <a:pt x="8451" y="2250"/>
                </a:lnTo>
                <a:lnTo>
                  <a:pt x="4226" y="1"/>
                </a:lnTo>
                <a:lnTo>
                  <a:pt x="1" y="2250"/>
                </a:lnTo>
              </a:path>
            </a:pathLst>
          </a:custGeom>
          <a:noFill/>
          <a:ln w="19000" cap="rnd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9" name="Google Shape;3129;p75"/>
          <p:cNvGrpSpPr/>
          <p:nvPr/>
        </p:nvGrpSpPr>
        <p:grpSpPr>
          <a:xfrm>
            <a:off x="298358" y="1279679"/>
            <a:ext cx="1818178" cy="1772370"/>
            <a:chOff x="6806125" y="2999329"/>
            <a:chExt cx="1749594" cy="1705514"/>
          </a:xfrm>
        </p:grpSpPr>
        <p:sp>
          <p:nvSpPr>
            <p:cNvPr id="3130" name="Google Shape;3130;p75"/>
            <p:cNvSpPr/>
            <p:nvPr/>
          </p:nvSpPr>
          <p:spPr>
            <a:xfrm>
              <a:off x="6806125" y="2999329"/>
              <a:ext cx="1749594" cy="1705514"/>
            </a:xfrm>
            <a:custGeom>
              <a:avLst/>
              <a:gdLst/>
              <a:ahLst/>
              <a:cxnLst/>
              <a:rect l="l" t="t" r="r" b="b"/>
              <a:pathLst>
                <a:path w="49455" h="48209" extrusionOk="0">
                  <a:moveTo>
                    <a:pt x="1" y="1"/>
                  </a:moveTo>
                  <a:lnTo>
                    <a:pt x="1" y="48208"/>
                  </a:lnTo>
                  <a:lnTo>
                    <a:pt x="49455" y="48208"/>
                  </a:lnTo>
                  <a:lnTo>
                    <a:pt x="494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1" name="Google Shape;3131;p75"/>
            <p:cNvSpPr/>
            <p:nvPr/>
          </p:nvSpPr>
          <p:spPr>
            <a:xfrm>
              <a:off x="6826573" y="3019777"/>
              <a:ext cx="1708698" cy="1665679"/>
            </a:xfrm>
            <a:custGeom>
              <a:avLst/>
              <a:gdLst/>
              <a:ahLst/>
              <a:cxnLst/>
              <a:rect l="l" t="t" r="r" b="b"/>
              <a:pathLst>
                <a:path w="48299" h="47083" extrusionOk="0">
                  <a:moveTo>
                    <a:pt x="0" y="0"/>
                  </a:moveTo>
                  <a:lnTo>
                    <a:pt x="0" y="47083"/>
                  </a:lnTo>
                  <a:lnTo>
                    <a:pt x="48299" y="47083"/>
                  </a:lnTo>
                  <a:lnTo>
                    <a:pt x="4829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2" name="Google Shape;3132;p75"/>
            <p:cNvSpPr/>
            <p:nvPr/>
          </p:nvSpPr>
          <p:spPr>
            <a:xfrm>
              <a:off x="8434121" y="3012242"/>
              <a:ext cx="107583" cy="1679688"/>
            </a:xfrm>
            <a:custGeom>
              <a:avLst/>
              <a:gdLst/>
              <a:ahLst/>
              <a:cxnLst/>
              <a:rect l="l" t="t" r="r" b="b"/>
              <a:pathLst>
                <a:path w="3041" h="47479" fill="none" extrusionOk="0">
                  <a:moveTo>
                    <a:pt x="1" y="0"/>
                  </a:moveTo>
                  <a:lnTo>
                    <a:pt x="3040" y="0"/>
                  </a:lnTo>
                  <a:lnTo>
                    <a:pt x="3040" y="47478"/>
                  </a:lnTo>
                  <a:lnTo>
                    <a:pt x="1" y="47478"/>
                  </a:lnTo>
                  <a:close/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75"/>
            <p:cNvSpPr/>
            <p:nvPr/>
          </p:nvSpPr>
          <p:spPr>
            <a:xfrm>
              <a:off x="8463165" y="3038031"/>
              <a:ext cx="49493" cy="37677"/>
            </a:xfrm>
            <a:custGeom>
              <a:avLst/>
              <a:gdLst/>
              <a:ahLst/>
              <a:cxnLst/>
              <a:rect l="l" t="t" r="r" b="b"/>
              <a:pathLst>
                <a:path w="1399" h="1065" extrusionOk="0">
                  <a:moveTo>
                    <a:pt x="700" y="1"/>
                  </a:moveTo>
                  <a:lnTo>
                    <a:pt x="0" y="1065"/>
                  </a:lnTo>
                  <a:lnTo>
                    <a:pt x="1399" y="1065"/>
                  </a:lnTo>
                  <a:lnTo>
                    <a:pt x="7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75"/>
            <p:cNvSpPr/>
            <p:nvPr/>
          </p:nvSpPr>
          <p:spPr>
            <a:xfrm>
              <a:off x="8434121" y="3106874"/>
              <a:ext cx="107583" cy="35"/>
            </a:xfrm>
            <a:custGeom>
              <a:avLst/>
              <a:gdLst/>
              <a:ahLst/>
              <a:cxnLst/>
              <a:rect l="l" t="t" r="r" b="b"/>
              <a:pathLst>
                <a:path w="3041" h="1" fill="none" extrusionOk="0">
                  <a:moveTo>
                    <a:pt x="1" y="0"/>
                  </a:moveTo>
                  <a:lnTo>
                    <a:pt x="3040" y="0"/>
                  </a:lnTo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75"/>
            <p:cNvSpPr/>
            <p:nvPr/>
          </p:nvSpPr>
          <p:spPr>
            <a:xfrm>
              <a:off x="8463165" y="4625167"/>
              <a:ext cx="49493" cy="36616"/>
            </a:xfrm>
            <a:custGeom>
              <a:avLst/>
              <a:gdLst/>
              <a:ahLst/>
              <a:cxnLst/>
              <a:rect l="l" t="t" r="r" b="b"/>
              <a:pathLst>
                <a:path w="1399" h="1035" extrusionOk="0">
                  <a:moveTo>
                    <a:pt x="0" y="1"/>
                  </a:moveTo>
                  <a:lnTo>
                    <a:pt x="700" y="1034"/>
                  </a:lnTo>
                  <a:lnTo>
                    <a:pt x="13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75"/>
            <p:cNvSpPr/>
            <p:nvPr/>
          </p:nvSpPr>
          <p:spPr>
            <a:xfrm>
              <a:off x="8434121" y="4592904"/>
              <a:ext cx="107583" cy="35"/>
            </a:xfrm>
            <a:custGeom>
              <a:avLst/>
              <a:gdLst/>
              <a:ahLst/>
              <a:cxnLst/>
              <a:rect l="l" t="t" r="r" b="b"/>
              <a:pathLst>
                <a:path w="3041" h="1" fill="none" extrusionOk="0">
                  <a:moveTo>
                    <a:pt x="3040" y="1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875" cap="flat" cmpd="sng">
              <a:solidFill>
                <a:srgbClr val="FEFCFF"/>
              </a:solidFill>
              <a:prstDash val="solid"/>
              <a:miter lim="3039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7" name="Google Shape;3137;p75"/>
          <p:cNvGrpSpPr/>
          <p:nvPr/>
        </p:nvGrpSpPr>
        <p:grpSpPr>
          <a:xfrm>
            <a:off x="731200" y="1752300"/>
            <a:ext cx="827136" cy="827136"/>
            <a:chOff x="2115375" y="3396150"/>
            <a:chExt cx="827136" cy="827136"/>
          </a:xfrm>
        </p:grpSpPr>
        <p:sp>
          <p:nvSpPr>
            <p:cNvPr id="3138" name="Google Shape;3138;p75"/>
            <p:cNvSpPr/>
            <p:nvPr/>
          </p:nvSpPr>
          <p:spPr>
            <a:xfrm>
              <a:off x="2115375" y="3396150"/>
              <a:ext cx="827136" cy="827136"/>
            </a:xfrm>
            <a:custGeom>
              <a:avLst/>
              <a:gdLst/>
              <a:ahLst/>
              <a:cxnLst/>
              <a:rect l="l" t="t" r="r" b="b"/>
              <a:pathLst>
                <a:path w="10487" h="10487" fill="none" extrusionOk="0">
                  <a:moveTo>
                    <a:pt x="10487" y="5228"/>
                  </a:moveTo>
                  <a:cubicBezTo>
                    <a:pt x="10487" y="8146"/>
                    <a:pt x="8116" y="10487"/>
                    <a:pt x="5228" y="10487"/>
                  </a:cubicBezTo>
                  <a:cubicBezTo>
                    <a:pt x="2341" y="10487"/>
                    <a:pt x="0" y="8146"/>
                    <a:pt x="0" y="5228"/>
                  </a:cubicBezTo>
                  <a:cubicBezTo>
                    <a:pt x="0" y="2341"/>
                    <a:pt x="2341" y="0"/>
                    <a:pt x="5228" y="0"/>
                  </a:cubicBezTo>
                  <a:cubicBezTo>
                    <a:pt x="8116" y="0"/>
                    <a:pt x="10487" y="2341"/>
                    <a:pt x="10487" y="5228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75"/>
            <p:cNvSpPr/>
            <p:nvPr/>
          </p:nvSpPr>
          <p:spPr>
            <a:xfrm>
              <a:off x="2271146" y="3892409"/>
              <a:ext cx="520322" cy="189452"/>
            </a:xfrm>
            <a:custGeom>
              <a:avLst/>
              <a:gdLst/>
              <a:ahLst/>
              <a:cxnLst/>
              <a:rect l="l" t="t" r="r" b="b"/>
              <a:pathLst>
                <a:path w="6597" h="2402" fill="none" extrusionOk="0">
                  <a:moveTo>
                    <a:pt x="1" y="0"/>
                  </a:moveTo>
                  <a:cubicBezTo>
                    <a:pt x="457" y="1429"/>
                    <a:pt x="1733" y="2402"/>
                    <a:pt x="3284" y="2402"/>
                  </a:cubicBezTo>
                  <a:cubicBezTo>
                    <a:pt x="4803" y="2402"/>
                    <a:pt x="6141" y="1429"/>
                    <a:pt x="6597" y="0"/>
                  </a:cubicBezTo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75"/>
            <p:cNvSpPr/>
            <p:nvPr/>
          </p:nvSpPr>
          <p:spPr>
            <a:xfrm>
              <a:off x="2311923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9" y="1673"/>
                  </a:cubicBezTo>
                  <a:cubicBezTo>
                    <a:pt x="274" y="1673"/>
                    <a:pt x="1" y="1308"/>
                    <a:pt x="1" y="852"/>
                  </a:cubicBezTo>
                  <a:cubicBezTo>
                    <a:pt x="1" y="396"/>
                    <a:pt x="274" y="1"/>
                    <a:pt x="609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75"/>
            <p:cNvSpPr/>
            <p:nvPr/>
          </p:nvSpPr>
          <p:spPr>
            <a:xfrm>
              <a:off x="2649966" y="3640652"/>
              <a:ext cx="95988" cy="131954"/>
            </a:xfrm>
            <a:custGeom>
              <a:avLst/>
              <a:gdLst/>
              <a:ahLst/>
              <a:cxnLst/>
              <a:rect l="l" t="t" r="r" b="b"/>
              <a:pathLst>
                <a:path w="1217" h="1673" fill="none" extrusionOk="0">
                  <a:moveTo>
                    <a:pt x="1216" y="852"/>
                  </a:moveTo>
                  <a:cubicBezTo>
                    <a:pt x="1216" y="1308"/>
                    <a:pt x="943" y="1673"/>
                    <a:pt x="608" y="1673"/>
                  </a:cubicBezTo>
                  <a:cubicBezTo>
                    <a:pt x="274" y="1673"/>
                    <a:pt x="0" y="1308"/>
                    <a:pt x="0" y="852"/>
                  </a:cubicBezTo>
                  <a:cubicBezTo>
                    <a:pt x="0" y="396"/>
                    <a:pt x="274" y="1"/>
                    <a:pt x="608" y="1"/>
                  </a:cubicBezTo>
                  <a:cubicBezTo>
                    <a:pt x="943" y="1"/>
                    <a:pt x="1216" y="396"/>
                    <a:pt x="1216" y="852"/>
                  </a:cubicBezTo>
                  <a:close/>
                </a:path>
              </a:pathLst>
            </a:custGeom>
            <a:noFill/>
            <a:ln w="144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42" name="Google Shape;3142;p75"/>
          <p:cNvGrpSpPr/>
          <p:nvPr/>
        </p:nvGrpSpPr>
        <p:grpSpPr>
          <a:xfrm rot="-3750900" flipH="1">
            <a:off x="7400910" y="2019797"/>
            <a:ext cx="644403" cy="1061717"/>
            <a:chOff x="1279175" y="2762450"/>
            <a:chExt cx="644426" cy="1061755"/>
          </a:xfrm>
        </p:grpSpPr>
        <p:sp>
          <p:nvSpPr>
            <p:cNvPr id="3143" name="Google Shape;3143;p75"/>
            <p:cNvSpPr/>
            <p:nvPr/>
          </p:nvSpPr>
          <p:spPr>
            <a:xfrm>
              <a:off x="1279175" y="2840975"/>
              <a:ext cx="594104" cy="983230"/>
            </a:xfrm>
            <a:custGeom>
              <a:avLst/>
              <a:gdLst/>
              <a:ahLst/>
              <a:cxnLst/>
              <a:rect l="l" t="t" r="r" b="b"/>
              <a:pathLst>
                <a:path w="3223" h="5334" extrusionOk="0">
                  <a:moveTo>
                    <a:pt x="81" y="0"/>
                  </a:moveTo>
                  <a:cubicBezTo>
                    <a:pt x="38" y="0"/>
                    <a:pt x="0" y="34"/>
                    <a:pt x="0" y="93"/>
                  </a:cubicBezTo>
                  <a:lnTo>
                    <a:pt x="0" y="4196"/>
                  </a:lnTo>
                  <a:cubicBezTo>
                    <a:pt x="0" y="4241"/>
                    <a:pt x="49" y="4269"/>
                    <a:pt x="99" y="4269"/>
                  </a:cubicBezTo>
                  <a:cubicBezTo>
                    <a:pt x="117" y="4269"/>
                    <a:pt x="136" y="4265"/>
                    <a:pt x="152" y="4257"/>
                  </a:cubicBezTo>
                  <a:lnTo>
                    <a:pt x="1064" y="3436"/>
                  </a:lnTo>
                  <a:cubicBezTo>
                    <a:pt x="1078" y="3409"/>
                    <a:pt x="1104" y="3394"/>
                    <a:pt x="1131" y="3394"/>
                  </a:cubicBezTo>
                  <a:cubicBezTo>
                    <a:pt x="1164" y="3394"/>
                    <a:pt x="1199" y="3416"/>
                    <a:pt x="1216" y="3467"/>
                  </a:cubicBezTo>
                  <a:lnTo>
                    <a:pt x="2006" y="5290"/>
                  </a:lnTo>
                  <a:cubicBezTo>
                    <a:pt x="2006" y="5312"/>
                    <a:pt x="2052" y="5333"/>
                    <a:pt x="2089" y="5333"/>
                  </a:cubicBezTo>
                  <a:cubicBezTo>
                    <a:pt x="2105" y="5333"/>
                    <a:pt x="2119" y="5330"/>
                    <a:pt x="2128" y="5321"/>
                  </a:cubicBezTo>
                  <a:lnTo>
                    <a:pt x="2584" y="5138"/>
                  </a:lnTo>
                  <a:cubicBezTo>
                    <a:pt x="2614" y="5108"/>
                    <a:pt x="2675" y="5047"/>
                    <a:pt x="2614" y="5017"/>
                  </a:cubicBezTo>
                  <a:lnTo>
                    <a:pt x="1793" y="3193"/>
                  </a:lnTo>
                  <a:cubicBezTo>
                    <a:pt x="1763" y="3163"/>
                    <a:pt x="1793" y="3072"/>
                    <a:pt x="1854" y="3072"/>
                  </a:cubicBezTo>
                  <a:lnTo>
                    <a:pt x="3131" y="2980"/>
                  </a:lnTo>
                  <a:cubicBezTo>
                    <a:pt x="3192" y="2980"/>
                    <a:pt x="3222" y="2859"/>
                    <a:pt x="3161" y="2828"/>
                  </a:cubicBezTo>
                  <a:lnTo>
                    <a:pt x="152" y="32"/>
                  </a:lnTo>
                  <a:cubicBezTo>
                    <a:pt x="131" y="10"/>
                    <a:pt x="105" y="0"/>
                    <a:pt x="81" y="0"/>
                  </a:cubicBezTo>
                  <a:close/>
                </a:path>
              </a:pathLst>
            </a:custGeom>
            <a:solidFill>
              <a:srgbClr val="4375C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75"/>
            <p:cNvSpPr/>
            <p:nvPr/>
          </p:nvSpPr>
          <p:spPr>
            <a:xfrm>
              <a:off x="1329498" y="2762450"/>
              <a:ext cx="594104" cy="985810"/>
            </a:xfrm>
            <a:custGeom>
              <a:avLst/>
              <a:gdLst/>
              <a:ahLst/>
              <a:cxnLst/>
              <a:rect l="l" t="t" r="r" b="b"/>
              <a:pathLst>
                <a:path w="3223" h="5348" extrusionOk="0">
                  <a:moveTo>
                    <a:pt x="69" y="1"/>
                  </a:moveTo>
                  <a:cubicBezTo>
                    <a:pt x="26" y="1"/>
                    <a:pt x="1" y="34"/>
                    <a:pt x="1" y="93"/>
                  </a:cubicBezTo>
                  <a:lnTo>
                    <a:pt x="1" y="4197"/>
                  </a:lnTo>
                  <a:cubicBezTo>
                    <a:pt x="1" y="4240"/>
                    <a:pt x="31" y="4283"/>
                    <a:pt x="81" y="4283"/>
                  </a:cubicBezTo>
                  <a:cubicBezTo>
                    <a:pt x="102" y="4283"/>
                    <a:pt x="126" y="4275"/>
                    <a:pt x="153" y="4257"/>
                  </a:cubicBezTo>
                  <a:lnTo>
                    <a:pt x="1065" y="3437"/>
                  </a:lnTo>
                  <a:cubicBezTo>
                    <a:pt x="1077" y="3424"/>
                    <a:pt x="1100" y="3417"/>
                    <a:pt x="1125" y="3417"/>
                  </a:cubicBezTo>
                  <a:cubicBezTo>
                    <a:pt x="1160" y="3417"/>
                    <a:pt x="1199" y="3432"/>
                    <a:pt x="1217" y="3467"/>
                  </a:cubicBezTo>
                  <a:lnTo>
                    <a:pt x="2007" y="5291"/>
                  </a:lnTo>
                  <a:cubicBezTo>
                    <a:pt x="2007" y="5312"/>
                    <a:pt x="2050" y="5347"/>
                    <a:pt x="2087" y="5347"/>
                  </a:cubicBezTo>
                  <a:cubicBezTo>
                    <a:pt x="2104" y="5347"/>
                    <a:pt x="2119" y="5340"/>
                    <a:pt x="2128" y="5321"/>
                  </a:cubicBezTo>
                  <a:lnTo>
                    <a:pt x="2584" y="5139"/>
                  </a:lnTo>
                  <a:cubicBezTo>
                    <a:pt x="2615" y="5109"/>
                    <a:pt x="2645" y="5078"/>
                    <a:pt x="2615" y="5017"/>
                  </a:cubicBezTo>
                  <a:lnTo>
                    <a:pt x="1794" y="3194"/>
                  </a:lnTo>
                  <a:cubicBezTo>
                    <a:pt x="1733" y="3163"/>
                    <a:pt x="1794" y="3072"/>
                    <a:pt x="1855" y="3072"/>
                  </a:cubicBezTo>
                  <a:lnTo>
                    <a:pt x="3101" y="2981"/>
                  </a:lnTo>
                  <a:cubicBezTo>
                    <a:pt x="3192" y="2981"/>
                    <a:pt x="3223" y="2859"/>
                    <a:pt x="3162" y="2829"/>
                  </a:cubicBezTo>
                  <a:lnTo>
                    <a:pt x="153" y="32"/>
                  </a:lnTo>
                  <a:cubicBezTo>
                    <a:pt x="120" y="11"/>
                    <a:pt x="92" y="1"/>
                    <a:pt x="6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Rectangle 2"/>
          <p:cNvSpPr/>
          <p:nvPr/>
        </p:nvSpPr>
        <p:spPr>
          <a:xfrm>
            <a:off x="1800662" y="3585388"/>
            <a:ext cx="6070627" cy="5232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Nanum Gothic Coding"/>
                <a:cs typeface="Times New Roman" pitchFamily="18" charset="0"/>
                <a:sym typeface="Nanum Gothic Coding"/>
              </a:rPr>
              <a:t>Hope you all liked our presentation ! </a:t>
            </a:r>
            <a:endParaRPr lang="en-IN" sz="28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52" name="Google Shape;12792;p90"/>
          <p:cNvGrpSpPr/>
          <p:nvPr/>
        </p:nvGrpSpPr>
        <p:grpSpPr>
          <a:xfrm>
            <a:off x="4056557" y="1070356"/>
            <a:ext cx="1245952" cy="995391"/>
            <a:chOff x="5331913" y="3413947"/>
            <a:chExt cx="347143" cy="254684"/>
          </a:xfrm>
          <a:solidFill>
            <a:schemeClr val="accent2"/>
          </a:solidFill>
        </p:grpSpPr>
        <p:sp>
          <p:nvSpPr>
            <p:cNvPr id="53" name="Google Shape;12793;p90"/>
            <p:cNvSpPr/>
            <p:nvPr/>
          </p:nvSpPr>
          <p:spPr>
            <a:xfrm>
              <a:off x="5597163" y="3523083"/>
              <a:ext cx="43222" cy="15564"/>
            </a:xfrm>
            <a:custGeom>
              <a:avLst/>
              <a:gdLst/>
              <a:ahLst/>
              <a:cxnLst/>
              <a:rect l="l" t="t" r="r" b="b"/>
              <a:pathLst>
                <a:path w="1358" h="489" extrusionOk="0">
                  <a:moveTo>
                    <a:pt x="167" y="0"/>
                  </a:moveTo>
                  <a:cubicBezTo>
                    <a:pt x="84" y="0"/>
                    <a:pt x="0" y="71"/>
                    <a:pt x="0" y="167"/>
                  </a:cubicBezTo>
                  <a:cubicBezTo>
                    <a:pt x="0" y="250"/>
                    <a:pt x="84" y="322"/>
                    <a:pt x="167" y="322"/>
                  </a:cubicBezTo>
                  <a:cubicBezTo>
                    <a:pt x="346" y="322"/>
                    <a:pt x="870" y="357"/>
                    <a:pt x="1120" y="476"/>
                  </a:cubicBezTo>
                  <a:cubicBezTo>
                    <a:pt x="1155" y="488"/>
                    <a:pt x="1167" y="488"/>
                    <a:pt x="1191" y="488"/>
                  </a:cubicBezTo>
                  <a:cubicBezTo>
                    <a:pt x="1251" y="488"/>
                    <a:pt x="1310" y="464"/>
                    <a:pt x="1346" y="405"/>
                  </a:cubicBezTo>
                  <a:cubicBezTo>
                    <a:pt x="1358" y="322"/>
                    <a:pt x="1334" y="226"/>
                    <a:pt x="1251" y="191"/>
                  </a:cubicBezTo>
                  <a:cubicBezTo>
                    <a:pt x="882" y="12"/>
                    <a:pt x="203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Google Shape;12794;p90"/>
            <p:cNvSpPr/>
            <p:nvPr/>
          </p:nvSpPr>
          <p:spPr>
            <a:xfrm>
              <a:off x="5331913" y="3413947"/>
              <a:ext cx="347143" cy="253538"/>
            </a:xfrm>
            <a:custGeom>
              <a:avLst/>
              <a:gdLst/>
              <a:ahLst/>
              <a:cxnLst/>
              <a:rect l="l" t="t" r="r" b="b"/>
              <a:pathLst>
                <a:path w="10907" h="7966" extrusionOk="0">
                  <a:moveTo>
                    <a:pt x="7168" y="357"/>
                  </a:moveTo>
                  <a:lnTo>
                    <a:pt x="7168" y="1893"/>
                  </a:lnTo>
                  <a:cubicBezTo>
                    <a:pt x="7168" y="2131"/>
                    <a:pt x="7120" y="2357"/>
                    <a:pt x="7013" y="2560"/>
                  </a:cubicBezTo>
                  <a:cubicBezTo>
                    <a:pt x="7001" y="2584"/>
                    <a:pt x="7001" y="2608"/>
                    <a:pt x="7001" y="2643"/>
                  </a:cubicBezTo>
                  <a:lnTo>
                    <a:pt x="7001" y="3084"/>
                  </a:lnTo>
                  <a:cubicBezTo>
                    <a:pt x="7001" y="3512"/>
                    <a:pt x="6822" y="3917"/>
                    <a:pt x="6513" y="4203"/>
                  </a:cubicBezTo>
                  <a:cubicBezTo>
                    <a:pt x="6465" y="4227"/>
                    <a:pt x="6429" y="4274"/>
                    <a:pt x="6394" y="4310"/>
                  </a:cubicBezTo>
                  <a:cubicBezTo>
                    <a:pt x="6111" y="4514"/>
                    <a:pt x="5775" y="4621"/>
                    <a:pt x="5415" y="4621"/>
                  </a:cubicBezTo>
                  <a:cubicBezTo>
                    <a:pt x="5396" y="4621"/>
                    <a:pt x="5377" y="4620"/>
                    <a:pt x="5358" y="4620"/>
                  </a:cubicBezTo>
                  <a:cubicBezTo>
                    <a:pt x="4536" y="4560"/>
                    <a:pt x="3917" y="3858"/>
                    <a:pt x="3917" y="3024"/>
                  </a:cubicBezTo>
                  <a:lnTo>
                    <a:pt x="3917" y="2643"/>
                  </a:lnTo>
                  <a:cubicBezTo>
                    <a:pt x="3917" y="2608"/>
                    <a:pt x="3917" y="2596"/>
                    <a:pt x="3905" y="2560"/>
                  </a:cubicBezTo>
                  <a:cubicBezTo>
                    <a:pt x="3798" y="2357"/>
                    <a:pt x="3751" y="2131"/>
                    <a:pt x="3751" y="1893"/>
                  </a:cubicBezTo>
                  <a:lnTo>
                    <a:pt x="3751" y="1548"/>
                  </a:lnTo>
                  <a:cubicBezTo>
                    <a:pt x="3751" y="893"/>
                    <a:pt x="4286" y="357"/>
                    <a:pt x="4941" y="357"/>
                  </a:cubicBezTo>
                  <a:close/>
                  <a:moveTo>
                    <a:pt x="10013" y="2905"/>
                  </a:moveTo>
                  <a:lnTo>
                    <a:pt x="10013" y="3560"/>
                  </a:lnTo>
                  <a:cubicBezTo>
                    <a:pt x="10013" y="3667"/>
                    <a:pt x="9989" y="3774"/>
                    <a:pt x="9942" y="3870"/>
                  </a:cubicBezTo>
                  <a:lnTo>
                    <a:pt x="9870" y="4036"/>
                  </a:lnTo>
                  <a:cubicBezTo>
                    <a:pt x="9858" y="4048"/>
                    <a:pt x="9858" y="4084"/>
                    <a:pt x="9858" y="4108"/>
                  </a:cubicBezTo>
                  <a:lnTo>
                    <a:pt x="9858" y="4453"/>
                  </a:lnTo>
                  <a:cubicBezTo>
                    <a:pt x="9870" y="4679"/>
                    <a:pt x="9763" y="4882"/>
                    <a:pt x="9597" y="5048"/>
                  </a:cubicBezTo>
                  <a:cubicBezTo>
                    <a:pt x="9451" y="5205"/>
                    <a:pt x="9244" y="5288"/>
                    <a:pt x="9022" y="5288"/>
                  </a:cubicBezTo>
                  <a:cubicBezTo>
                    <a:pt x="9007" y="5288"/>
                    <a:pt x="8992" y="5287"/>
                    <a:pt x="8977" y="5286"/>
                  </a:cubicBezTo>
                  <a:cubicBezTo>
                    <a:pt x="8513" y="5275"/>
                    <a:pt x="8144" y="4870"/>
                    <a:pt x="8144" y="4382"/>
                  </a:cubicBezTo>
                  <a:lnTo>
                    <a:pt x="8144" y="4084"/>
                  </a:lnTo>
                  <a:cubicBezTo>
                    <a:pt x="8144" y="4048"/>
                    <a:pt x="8144" y="4036"/>
                    <a:pt x="8132" y="4012"/>
                  </a:cubicBezTo>
                  <a:lnTo>
                    <a:pt x="8025" y="3810"/>
                  </a:lnTo>
                  <a:cubicBezTo>
                    <a:pt x="8002" y="3741"/>
                    <a:pt x="7968" y="3672"/>
                    <a:pt x="7966" y="3582"/>
                  </a:cubicBezTo>
                  <a:lnTo>
                    <a:pt x="7966" y="3582"/>
                  </a:lnTo>
                  <a:cubicBezTo>
                    <a:pt x="7973" y="3196"/>
                    <a:pt x="8279" y="2905"/>
                    <a:pt x="8644" y="2905"/>
                  </a:cubicBezTo>
                  <a:close/>
                  <a:moveTo>
                    <a:pt x="1727" y="2893"/>
                  </a:moveTo>
                  <a:cubicBezTo>
                    <a:pt x="2000" y="2893"/>
                    <a:pt x="2250" y="3000"/>
                    <a:pt x="2441" y="3191"/>
                  </a:cubicBezTo>
                  <a:cubicBezTo>
                    <a:pt x="2643" y="3381"/>
                    <a:pt x="2739" y="3655"/>
                    <a:pt x="2774" y="3929"/>
                  </a:cubicBezTo>
                  <a:cubicBezTo>
                    <a:pt x="2774" y="4024"/>
                    <a:pt x="2786" y="4132"/>
                    <a:pt x="2786" y="4227"/>
                  </a:cubicBezTo>
                  <a:lnTo>
                    <a:pt x="2786" y="4262"/>
                  </a:lnTo>
                  <a:cubicBezTo>
                    <a:pt x="2608" y="3989"/>
                    <a:pt x="2358" y="3798"/>
                    <a:pt x="2000" y="3691"/>
                  </a:cubicBezTo>
                  <a:cubicBezTo>
                    <a:pt x="1753" y="3615"/>
                    <a:pt x="1520" y="3607"/>
                    <a:pt x="1431" y="3607"/>
                  </a:cubicBezTo>
                  <a:cubicBezTo>
                    <a:pt x="1409" y="3607"/>
                    <a:pt x="1396" y="3608"/>
                    <a:pt x="1393" y="3608"/>
                  </a:cubicBezTo>
                  <a:cubicBezTo>
                    <a:pt x="1346" y="3608"/>
                    <a:pt x="1310" y="3620"/>
                    <a:pt x="1286" y="3655"/>
                  </a:cubicBezTo>
                  <a:lnTo>
                    <a:pt x="1000" y="3953"/>
                  </a:lnTo>
                  <a:cubicBezTo>
                    <a:pt x="941" y="4012"/>
                    <a:pt x="941" y="4108"/>
                    <a:pt x="1000" y="4167"/>
                  </a:cubicBezTo>
                  <a:cubicBezTo>
                    <a:pt x="1030" y="4197"/>
                    <a:pt x="1072" y="4212"/>
                    <a:pt x="1113" y="4212"/>
                  </a:cubicBezTo>
                  <a:cubicBezTo>
                    <a:pt x="1155" y="4212"/>
                    <a:pt x="1197" y="4197"/>
                    <a:pt x="1226" y="4167"/>
                  </a:cubicBezTo>
                  <a:lnTo>
                    <a:pt x="1465" y="3917"/>
                  </a:lnTo>
                  <a:cubicBezTo>
                    <a:pt x="1667" y="3929"/>
                    <a:pt x="2322" y="4012"/>
                    <a:pt x="2572" y="4572"/>
                  </a:cubicBezTo>
                  <a:cubicBezTo>
                    <a:pt x="2500" y="4989"/>
                    <a:pt x="2143" y="5298"/>
                    <a:pt x="1727" y="5298"/>
                  </a:cubicBezTo>
                  <a:cubicBezTo>
                    <a:pt x="1250" y="5298"/>
                    <a:pt x="869" y="4917"/>
                    <a:pt x="869" y="4441"/>
                  </a:cubicBezTo>
                  <a:cubicBezTo>
                    <a:pt x="869" y="4346"/>
                    <a:pt x="798" y="4274"/>
                    <a:pt x="703" y="4274"/>
                  </a:cubicBezTo>
                  <a:lnTo>
                    <a:pt x="679" y="4274"/>
                  </a:lnTo>
                  <a:lnTo>
                    <a:pt x="679" y="4227"/>
                  </a:lnTo>
                  <a:cubicBezTo>
                    <a:pt x="679" y="4132"/>
                    <a:pt x="679" y="4024"/>
                    <a:pt x="691" y="3929"/>
                  </a:cubicBezTo>
                  <a:cubicBezTo>
                    <a:pt x="703" y="3655"/>
                    <a:pt x="822" y="3381"/>
                    <a:pt x="1012" y="3191"/>
                  </a:cubicBezTo>
                  <a:cubicBezTo>
                    <a:pt x="1215" y="3000"/>
                    <a:pt x="1465" y="2893"/>
                    <a:pt x="1727" y="2893"/>
                  </a:cubicBezTo>
                  <a:close/>
                  <a:moveTo>
                    <a:pt x="643" y="4882"/>
                  </a:moveTo>
                  <a:cubicBezTo>
                    <a:pt x="726" y="5096"/>
                    <a:pt x="881" y="5275"/>
                    <a:pt x="1060" y="5405"/>
                  </a:cubicBezTo>
                  <a:lnTo>
                    <a:pt x="1060" y="5596"/>
                  </a:lnTo>
                  <a:cubicBezTo>
                    <a:pt x="762" y="5501"/>
                    <a:pt x="619" y="5346"/>
                    <a:pt x="560" y="5275"/>
                  </a:cubicBezTo>
                  <a:cubicBezTo>
                    <a:pt x="595" y="5155"/>
                    <a:pt x="631" y="5036"/>
                    <a:pt x="643" y="4882"/>
                  </a:cubicBezTo>
                  <a:close/>
                  <a:moveTo>
                    <a:pt x="2798" y="4882"/>
                  </a:moveTo>
                  <a:cubicBezTo>
                    <a:pt x="2810" y="5024"/>
                    <a:pt x="2846" y="5155"/>
                    <a:pt x="2893" y="5263"/>
                  </a:cubicBezTo>
                  <a:cubicBezTo>
                    <a:pt x="2834" y="5346"/>
                    <a:pt x="2679" y="5477"/>
                    <a:pt x="2381" y="5596"/>
                  </a:cubicBezTo>
                  <a:lnTo>
                    <a:pt x="2381" y="5405"/>
                  </a:lnTo>
                  <a:cubicBezTo>
                    <a:pt x="2560" y="5275"/>
                    <a:pt x="2715" y="5096"/>
                    <a:pt x="2798" y="4882"/>
                  </a:cubicBezTo>
                  <a:close/>
                  <a:moveTo>
                    <a:pt x="6299" y="4727"/>
                  </a:moveTo>
                  <a:lnTo>
                    <a:pt x="6299" y="5001"/>
                  </a:lnTo>
                  <a:lnTo>
                    <a:pt x="5453" y="5596"/>
                  </a:lnTo>
                  <a:lnTo>
                    <a:pt x="4584" y="5024"/>
                  </a:lnTo>
                  <a:lnTo>
                    <a:pt x="4584" y="4727"/>
                  </a:lnTo>
                  <a:cubicBezTo>
                    <a:pt x="4810" y="4846"/>
                    <a:pt x="5060" y="4917"/>
                    <a:pt x="5322" y="4929"/>
                  </a:cubicBezTo>
                  <a:lnTo>
                    <a:pt x="5441" y="4929"/>
                  </a:lnTo>
                  <a:cubicBezTo>
                    <a:pt x="5739" y="4929"/>
                    <a:pt x="6037" y="4858"/>
                    <a:pt x="6299" y="4727"/>
                  </a:cubicBezTo>
                  <a:close/>
                  <a:moveTo>
                    <a:pt x="9347" y="5572"/>
                  </a:moveTo>
                  <a:lnTo>
                    <a:pt x="9347" y="5632"/>
                  </a:lnTo>
                  <a:cubicBezTo>
                    <a:pt x="9347" y="5656"/>
                    <a:pt x="9347" y="5691"/>
                    <a:pt x="9358" y="5715"/>
                  </a:cubicBezTo>
                  <a:lnTo>
                    <a:pt x="9001" y="6072"/>
                  </a:lnTo>
                  <a:lnTo>
                    <a:pt x="8644" y="5715"/>
                  </a:lnTo>
                  <a:cubicBezTo>
                    <a:pt x="8644" y="5691"/>
                    <a:pt x="8668" y="5656"/>
                    <a:pt x="8668" y="5632"/>
                  </a:cubicBezTo>
                  <a:lnTo>
                    <a:pt x="8668" y="5572"/>
                  </a:lnTo>
                  <a:cubicBezTo>
                    <a:pt x="8763" y="5596"/>
                    <a:pt x="8870" y="5632"/>
                    <a:pt x="8977" y="5632"/>
                  </a:cubicBezTo>
                  <a:lnTo>
                    <a:pt x="9001" y="5632"/>
                  </a:lnTo>
                  <a:cubicBezTo>
                    <a:pt x="9120" y="5632"/>
                    <a:pt x="9239" y="5620"/>
                    <a:pt x="9347" y="5572"/>
                  </a:cubicBezTo>
                  <a:close/>
                  <a:moveTo>
                    <a:pt x="2108" y="5572"/>
                  </a:moveTo>
                  <a:lnTo>
                    <a:pt x="2108" y="5739"/>
                  </a:lnTo>
                  <a:cubicBezTo>
                    <a:pt x="2108" y="5798"/>
                    <a:pt x="2119" y="5834"/>
                    <a:pt x="2143" y="5882"/>
                  </a:cubicBezTo>
                  <a:lnTo>
                    <a:pt x="1965" y="6013"/>
                  </a:lnTo>
                  <a:cubicBezTo>
                    <a:pt x="1899" y="6084"/>
                    <a:pt x="1816" y="6120"/>
                    <a:pt x="1731" y="6120"/>
                  </a:cubicBezTo>
                  <a:cubicBezTo>
                    <a:pt x="1646" y="6120"/>
                    <a:pt x="1560" y="6084"/>
                    <a:pt x="1488" y="6013"/>
                  </a:cubicBezTo>
                  <a:lnTo>
                    <a:pt x="1346" y="5882"/>
                  </a:lnTo>
                  <a:cubicBezTo>
                    <a:pt x="1369" y="5834"/>
                    <a:pt x="1381" y="5775"/>
                    <a:pt x="1381" y="5739"/>
                  </a:cubicBezTo>
                  <a:lnTo>
                    <a:pt x="1381" y="5572"/>
                  </a:lnTo>
                  <a:cubicBezTo>
                    <a:pt x="1488" y="5596"/>
                    <a:pt x="1607" y="5632"/>
                    <a:pt x="1750" y="5632"/>
                  </a:cubicBezTo>
                  <a:cubicBezTo>
                    <a:pt x="1857" y="5632"/>
                    <a:pt x="1977" y="5608"/>
                    <a:pt x="2108" y="5572"/>
                  </a:cubicBezTo>
                  <a:close/>
                  <a:moveTo>
                    <a:pt x="4465" y="5298"/>
                  </a:moveTo>
                  <a:lnTo>
                    <a:pt x="5215" y="5810"/>
                  </a:lnTo>
                  <a:lnTo>
                    <a:pt x="4810" y="6215"/>
                  </a:lnTo>
                  <a:lnTo>
                    <a:pt x="4798" y="6215"/>
                  </a:lnTo>
                  <a:lnTo>
                    <a:pt x="4310" y="5465"/>
                  </a:lnTo>
                  <a:lnTo>
                    <a:pt x="4465" y="5298"/>
                  </a:lnTo>
                  <a:close/>
                  <a:moveTo>
                    <a:pt x="6429" y="5298"/>
                  </a:moveTo>
                  <a:lnTo>
                    <a:pt x="6596" y="5465"/>
                  </a:lnTo>
                  <a:lnTo>
                    <a:pt x="6108" y="6215"/>
                  </a:lnTo>
                  <a:lnTo>
                    <a:pt x="6096" y="6215"/>
                  </a:lnTo>
                  <a:lnTo>
                    <a:pt x="5691" y="5810"/>
                  </a:lnTo>
                  <a:lnTo>
                    <a:pt x="6429" y="5298"/>
                  </a:lnTo>
                  <a:close/>
                  <a:moveTo>
                    <a:pt x="4905" y="0"/>
                  </a:moveTo>
                  <a:cubicBezTo>
                    <a:pt x="4072" y="0"/>
                    <a:pt x="3381" y="691"/>
                    <a:pt x="3381" y="1524"/>
                  </a:cubicBezTo>
                  <a:lnTo>
                    <a:pt x="3381" y="1869"/>
                  </a:lnTo>
                  <a:cubicBezTo>
                    <a:pt x="3381" y="2131"/>
                    <a:pt x="3441" y="2381"/>
                    <a:pt x="3548" y="2643"/>
                  </a:cubicBezTo>
                  <a:lnTo>
                    <a:pt x="3548" y="3000"/>
                  </a:lnTo>
                  <a:cubicBezTo>
                    <a:pt x="3548" y="3596"/>
                    <a:pt x="3810" y="4132"/>
                    <a:pt x="4227" y="4465"/>
                  </a:cubicBezTo>
                  <a:lnTo>
                    <a:pt x="4227" y="5001"/>
                  </a:lnTo>
                  <a:lnTo>
                    <a:pt x="3929" y="5322"/>
                  </a:lnTo>
                  <a:cubicBezTo>
                    <a:pt x="3905" y="5346"/>
                    <a:pt x="3893" y="5394"/>
                    <a:pt x="3893" y="5441"/>
                  </a:cubicBezTo>
                  <a:lnTo>
                    <a:pt x="2905" y="5798"/>
                  </a:lnTo>
                  <a:cubicBezTo>
                    <a:pt x="2834" y="5822"/>
                    <a:pt x="2774" y="5858"/>
                    <a:pt x="2715" y="5894"/>
                  </a:cubicBezTo>
                  <a:lnTo>
                    <a:pt x="2560" y="5822"/>
                  </a:lnTo>
                  <a:cubicBezTo>
                    <a:pt x="3024" y="5632"/>
                    <a:pt x="3155" y="5346"/>
                    <a:pt x="3179" y="5334"/>
                  </a:cubicBezTo>
                  <a:cubicBezTo>
                    <a:pt x="3203" y="5286"/>
                    <a:pt x="3203" y="5227"/>
                    <a:pt x="3179" y="5179"/>
                  </a:cubicBezTo>
                  <a:cubicBezTo>
                    <a:pt x="3060" y="4965"/>
                    <a:pt x="3036" y="4524"/>
                    <a:pt x="3036" y="4203"/>
                  </a:cubicBezTo>
                  <a:cubicBezTo>
                    <a:pt x="3036" y="4084"/>
                    <a:pt x="3036" y="3977"/>
                    <a:pt x="3024" y="3893"/>
                  </a:cubicBezTo>
                  <a:cubicBezTo>
                    <a:pt x="2965" y="3131"/>
                    <a:pt x="2405" y="2548"/>
                    <a:pt x="1691" y="2548"/>
                  </a:cubicBezTo>
                  <a:cubicBezTo>
                    <a:pt x="976" y="2548"/>
                    <a:pt x="393" y="3131"/>
                    <a:pt x="345" y="3893"/>
                  </a:cubicBezTo>
                  <a:cubicBezTo>
                    <a:pt x="345" y="3977"/>
                    <a:pt x="333" y="4084"/>
                    <a:pt x="333" y="4203"/>
                  </a:cubicBezTo>
                  <a:cubicBezTo>
                    <a:pt x="322" y="4548"/>
                    <a:pt x="298" y="4965"/>
                    <a:pt x="203" y="5179"/>
                  </a:cubicBezTo>
                  <a:cubicBezTo>
                    <a:pt x="167" y="5227"/>
                    <a:pt x="167" y="5286"/>
                    <a:pt x="203" y="5334"/>
                  </a:cubicBezTo>
                  <a:cubicBezTo>
                    <a:pt x="203" y="5346"/>
                    <a:pt x="345" y="5632"/>
                    <a:pt x="810" y="5822"/>
                  </a:cubicBezTo>
                  <a:lnTo>
                    <a:pt x="369" y="6037"/>
                  </a:lnTo>
                  <a:cubicBezTo>
                    <a:pt x="155" y="6156"/>
                    <a:pt x="0" y="6370"/>
                    <a:pt x="0" y="6632"/>
                  </a:cubicBezTo>
                  <a:lnTo>
                    <a:pt x="0" y="7799"/>
                  </a:lnTo>
                  <a:cubicBezTo>
                    <a:pt x="0" y="7894"/>
                    <a:pt x="72" y="7965"/>
                    <a:pt x="167" y="7965"/>
                  </a:cubicBezTo>
                  <a:cubicBezTo>
                    <a:pt x="250" y="7965"/>
                    <a:pt x="333" y="7894"/>
                    <a:pt x="333" y="7799"/>
                  </a:cubicBezTo>
                  <a:lnTo>
                    <a:pt x="333" y="6632"/>
                  </a:lnTo>
                  <a:cubicBezTo>
                    <a:pt x="333" y="6489"/>
                    <a:pt x="405" y="6370"/>
                    <a:pt x="524" y="6310"/>
                  </a:cubicBezTo>
                  <a:lnTo>
                    <a:pt x="1060" y="6048"/>
                  </a:lnTo>
                  <a:lnTo>
                    <a:pt x="1238" y="6227"/>
                  </a:lnTo>
                  <a:cubicBezTo>
                    <a:pt x="1369" y="6346"/>
                    <a:pt x="1536" y="6406"/>
                    <a:pt x="1703" y="6406"/>
                  </a:cubicBezTo>
                  <a:cubicBezTo>
                    <a:pt x="1857" y="6406"/>
                    <a:pt x="2024" y="6346"/>
                    <a:pt x="2155" y="6227"/>
                  </a:cubicBezTo>
                  <a:lnTo>
                    <a:pt x="2334" y="6048"/>
                  </a:lnTo>
                  <a:lnTo>
                    <a:pt x="2512" y="6132"/>
                  </a:lnTo>
                  <a:cubicBezTo>
                    <a:pt x="2441" y="6275"/>
                    <a:pt x="2381" y="6418"/>
                    <a:pt x="2381" y="6584"/>
                  </a:cubicBezTo>
                  <a:lnTo>
                    <a:pt x="2381" y="7799"/>
                  </a:lnTo>
                  <a:cubicBezTo>
                    <a:pt x="2381" y="7894"/>
                    <a:pt x="2453" y="7965"/>
                    <a:pt x="2548" y="7965"/>
                  </a:cubicBezTo>
                  <a:cubicBezTo>
                    <a:pt x="2631" y="7965"/>
                    <a:pt x="2715" y="7894"/>
                    <a:pt x="2715" y="7799"/>
                  </a:cubicBezTo>
                  <a:lnTo>
                    <a:pt x="2715" y="6584"/>
                  </a:lnTo>
                  <a:cubicBezTo>
                    <a:pt x="2715" y="6358"/>
                    <a:pt x="2846" y="6167"/>
                    <a:pt x="3048" y="6096"/>
                  </a:cubicBezTo>
                  <a:lnTo>
                    <a:pt x="4084" y="5715"/>
                  </a:lnTo>
                  <a:lnTo>
                    <a:pt x="4513" y="6358"/>
                  </a:lnTo>
                  <a:cubicBezTo>
                    <a:pt x="4572" y="6453"/>
                    <a:pt x="4655" y="6489"/>
                    <a:pt x="4751" y="6513"/>
                  </a:cubicBezTo>
                  <a:lnTo>
                    <a:pt x="4775" y="6513"/>
                  </a:lnTo>
                  <a:cubicBezTo>
                    <a:pt x="4870" y="6513"/>
                    <a:pt x="4941" y="6477"/>
                    <a:pt x="5013" y="6418"/>
                  </a:cubicBezTo>
                  <a:lnTo>
                    <a:pt x="5286" y="6156"/>
                  </a:lnTo>
                  <a:lnTo>
                    <a:pt x="5286" y="7799"/>
                  </a:lnTo>
                  <a:cubicBezTo>
                    <a:pt x="5286" y="7894"/>
                    <a:pt x="5358" y="7965"/>
                    <a:pt x="5453" y="7965"/>
                  </a:cubicBezTo>
                  <a:cubicBezTo>
                    <a:pt x="5537" y="7965"/>
                    <a:pt x="5608" y="7894"/>
                    <a:pt x="5608" y="7799"/>
                  </a:cubicBezTo>
                  <a:lnTo>
                    <a:pt x="5608" y="6156"/>
                  </a:lnTo>
                  <a:lnTo>
                    <a:pt x="5882" y="6418"/>
                  </a:lnTo>
                  <a:cubicBezTo>
                    <a:pt x="5941" y="6477"/>
                    <a:pt x="6025" y="6513"/>
                    <a:pt x="6120" y="6513"/>
                  </a:cubicBezTo>
                  <a:lnTo>
                    <a:pt x="6144" y="6513"/>
                  </a:lnTo>
                  <a:cubicBezTo>
                    <a:pt x="6251" y="6489"/>
                    <a:pt x="6322" y="6453"/>
                    <a:pt x="6382" y="6358"/>
                  </a:cubicBezTo>
                  <a:lnTo>
                    <a:pt x="6822" y="5715"/>
                  </a:lnTo>
                  <a:lnTo>
                    <a:pt x="7846" y="6096"/>
                  </a:lnTo>
                  <a:cubicBezTo>
                    <a:pt x="8049" y="6167"/>
                    <a:pt x="8192" y="6358"/>
                    <a:pt x="8192" y="6584"/>
                  </a:cubicBezTo>
                  <a:lnTo>
                    <a:pt x="8192" y="7799"/>
                  </a:lnTo>
                  <a:cubicBezTo>
                    <a:pt x="8192" y="7894"/>
                    <a:pt x="8263" y="7965"/>
                    <a:pt x="8346" y="7965"/>
                  </a:cubicBezTo>
                  <a:cubicBezTo>
                    <a:pt x="8442" y="7965"/>
                    <a:pt x="8513" y="7894"/>
                    <a:pt x="8513" y="7799"/>
                  </a:cubicBezTo>
                  <a:lnTo>
                    <a:pt x="8513" y="6584"/>
                  </a:lnTo>
                  <a:cubicBezTo>
                    <a:pt x="8513" y="6358"/>
                    <a:pt x="8430" y="6156"/>
                    <a:pt x="8275" y="6001"/>
                  </a:cubicBezTo>
                  <a:lnTo>
                    <a:pt x="8323" y="5989"/>
                  </a:lnTo>
                  <a:cubicBezTo>
                    <a:pt x="8370" y="5977"/>
                    <a:pt x="8406" y="5953"/>
                    <a:pt x="8465" y="5929"/>
                  </a:cubicBezTo>
                  <a:lnTo>
                    <a:pt x="8870" y="6334"/>
                  </a:lnTo>
                  <a:lnTo>
                    <a:pt x="8870" y="7787"/>
                  </a:lnTo>
                  <a:cubicBezTo>
                    <a:pt x="8870" y="7882"/>
                    <a:pt x="8942" y="7953"/>
                    <a:pt x="9037" y="7953"/>
                  </a:cubicBezTo>
                  <a:cubicBezTo>
                    <a:pt x="9120" y="7953"/>
                    <a:pt x="9204" y="7882"/>
                    <a:pt x="9204" y="7787"/>
                  </a:cubicBezTo>
                  <a:lnTo>
                    <a:pt x="9204" y="6334"/>
                  </a:lnTo>
                  <a:lnTo>
                    <a:pt x="9597" y="5929"/>
                  </a:lnTo>
                  <a:cubicBezTo>
                    <a:pt x="9620" y="5941"/>
                    <a:pt x="9644" y="5941"/>
                    <a:pt x="9680" y="5953"/>
                  </a:cubicBezTo>
                  <a:lnTo>
                    <a:pt x="10335" y="6156"/>
                  </a:lnTo>
                  <a:cubicBezTo>
                    <a:pt x="10478" y="6191"/>
                    <a:pt x="10585" y="6334"/>
                    <a:pt x="10585" y="6489"/>
                  </a:cubicBezTo>
                  <a:lnTo>
                    <a:pt x="10585" y="7799"/>
                  </a:lnTo>
                  <a:cubicBezTo>
                    <a:pt x="10585" y="7894"/>
                    <a:pt x="10656" y="7965"/>
                    <a:pt x="10751" y="7965"/>
                  </a:cubicBezTo>
                  <a:cubicBezTo>
                    <a:pt x="10835" y="7965"/>
                    <a:pt x="10906" y="7894"/>
                    <a:pt x="10906" y="7799"/>
                  </a:cubicBezTo>
                  <a:lnTo>
                    <a:pt x="10906" y="6489"/>
                  </a:lnTo>
                  <a:cubicBezTo>
                    <a:pt x="10871" y="6227"/>
                    <a:pt x="10656" y="5953"/>
                    <a:pt x="10382" y="5870"/>
                  </a:cubicBezTo>
                  <a:lnTo>
                    <a:pt x="9716" y="5679"/>
                  </a:lnTo>
                  <a:cubicBezTo>
                    <a:pt x="9692" y="5656"/>
                    <a:pt x="9680" y="5644"/>
                    <a:pt x="9680" y="5620"/>
                  </a:cubicBezTo>
                  <a:lnTo>
                    <a:pt x="9680" y="5394"/>
                  </a:lnTo>
                  <a:cubicBezTo>
                    <a:pt x="9739" y="5358"/>
                    <a:pt x="9787" y="5322"/>
                    <a:pt x="9823" y="5275"/>
                  </a:cubicBezTo>
                  <a:cubicBezTo>
                    <a:pt x="10049" y="5048"/>
                    <a:pt x="10180" y="4751"/>
                    <a:pt x="10180" y="4429"/>
                  </a:cubicBezTo>
                  <a:lnTo>
                    <a:pt x="10180" y="4132"/>
                  </a:lnTo>
                  <a:lnTo>
                    <a:pt x="10239" y="3989"/>
                  </a:lnTo>
                  <a:cubicBezTo>
                    <a:pt x="10323" y="3858"/>
                    <a:pt x="10347" y="3691"/>
                    <a:pt x="10347" y="3548"/>
                  </a:cubicBezTo>
                  <a:lnTo>
                    <a:pt x="10347" y="2727"/>
                  </a:lnTo>
                  <a:cubicBezTo>
                    <a:pt x="10347" y="2643"/>
                    <a:pt x="10275" y="2560"/>
                    <a:pt x="10180" y="2560"/>
                  </a:cubicBezTo>
                  <a:lnTo>
                    <a:pt x="8656" y="2560"/>
                  </a:lnTo>
                  <a:cubicBezTo>
                    <a:pt x="8096" y="2560"/>
                    <a:pt x="7644" y="3012"/>
                    <a:pt x="7644" y="3572"/>
                  </a:cubicBezTo>
                  <a:lnTo>
                    <a:pt x="7644" y="3596"/>
                  </a:lnTo>
                  <a:cubicBezTo>
                    <a:pt x="7644" y="3727"/>
                    <a:pt x="7668" y="3846"/>
                    <a:pt x="7727" y="3965"/>
                  </a:cubicBezTo>
                  <a:lnTo>
                    <a:pt x="7799" y="4132"/>
                  </a:lnTo>
                  <a:lnTo>
                    <a:pt x="7799" y="4382"/>
                  </a:lnTo>
                  <a:cubicBezTo>
                    <a:pt x="7799" y="4798"/>
                    <a:pt x="8013" y="5155"/>
                    <a:pt x="8311" y="5382"/>
                  </a:cubicBezTo>
                  <a:lnTo>
                    <a:pt x="8311" y="5596"/>
                  </a:lnTo>
                  <a:cubicBezTo>
                    <a:pt x="8311" y="5632"/>
                    <a:pt x="8311" y="5644"/>
                    <a:pt x="8180" y="5691"/>
                  </a:cubicBezTo>
                  <a:lnTo>
                    <a:pt x="7858" y="5775"/>
                  </a:lnTo>
                  <a:lnTo>
                    <a:pt x="6941" y="5441"/>
                  </a:lnTo>
                  <a:cubicBezTo>
                    <a:pt x="6941" y="5394"/>
                    <a:pt x="6930" y="5346"/>
                    <a:pt x="6894" y="5322"/>
                  </a:cubicBezTo>
                  <a:lnTo>
                    <a:pt x="6596" y="5001"/>
                  </a:lnTo>
                  <a:lnTo>
                    <a:pt x="6596" y="4489"/>
                  </a:lnTo>
                  <a:cubicBezTo>
                    <a:pt x="6632" y="4453"/>
                    <a:pt x="6656" y="4429"/>
                    <a:pt x="6691" y="4405"/>
                  </a:cubicBezTo>
                  <a:cubicBezTo>
                    <a:pt x="7061" y="4072"/>
                    <a:pt x="7263" y="3560"/>
                    <a:pt x="7263" y="3060"/>
                  </a:cubicBezTo>
                  <a:lnTo>
                    <a:pt x="7263" y="2643"/>
                  </a:lnTo>
                  <a:cubicBezTo>
                    <a:pt x="7382" y="2405"/>
                    <a:pt x="7430" y="2131"/>
                    <a:pt x="7430" y="1869"/>
                  </a:cubicBezTo>
                  <a:lnTo>
                    <a:pt x="7430" y="167"/>
                  </a:lnTo>
                  <a:cubicBezTo>
                    <a:pt x="7430" y="83"/>
                    <a:pt x="7358" y="0"/>
                    <a:pt x="72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Google Shape;12795;p90"/>
            <p:cNvSpPr/>
            <p:nvPr/>
          </p:nvSpPr>
          <p:spPr>
            <a:xfrm>
              <a:off x="5645669" y="3625759"/>
              <a:ext cx="10248" cy="42872"/>
            </a:xfrm>
            <a:custGeom>
              <a:avLst/>
              <a:gdLst/>
              <a:ahLst/>
              <a:cxnLst/>
              <a:rect l="l" t="t" r="r" b="b"/>
              <a:pathLst>
                <a:path w="322" h="1347" extrusionOk="0">
                  <a:moveTo>
                    <a:pt x="167" y="1"/>
                  </a:moveTo>
                  <a:cubicBezTo>
                    <a:pt x="72" y="1"/>
                    <a:pt x="0" y="72"/>
                    <a:pt x="0" y="167"/>
                  </a:cubicBezTo>
                  <a:lnTo>
                    <a:pt x="0" y="1179"/>
                  </a:lnTo>
                  <a:cubicBezTo>
                    <a:pt x="0" y="1263"/>
                    <a:pt x="72" y="1346"/>
                    <a:pt x="167" y="1346"/>
                  </a:cubicBezTo>
                  <a:cubicBezTo>
                    <a:pt x="251" y="1346"/>
                    <a:pt x="322" y="1263"/>
                    <a:pt x="322" y="1179"/>
                  </a:cubicBezTo>
                  <a:lnTo>
                    <a:pt x="322" y="167"/>
                  </a:ln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Google Shape;12796;p90"/>
            <p:cNvSpPr/>
            <p:nvPr/>
          </p:nvSpPr>
          <p:spPr>
            <a:xfrm>
              <a:off x="5462247" y="3461115"/>
              <a:ext cx="86825" cy="29759"/>
            </a:xfrm>
            <a:custGeom>
              <a:avLst/>
              <a:gdLst/>
              <a:ahLst/>
              <a:cxnLst/>
              <a:rect l="l" t="t" r="r" b="b"/>
              <a:pathLst>
                <a:path w="2728" h="935" extrusionOk="0">
                  <a:moveTo>
                    <a:pt x="1094" y="0"/>
                  </a:moveTo>
                  <a:cubicBezTo>
                    <a:pt x="768" y="0"/>
                    <a:pt x="473" y="35"/>
                    <a:pt x="287" y="66"/>
                  </a:cubicBezTo>
                  <a:cubicBezTo>
                    <a:pt x="120" y="102"/>
                    <a:pt x="1" y="233"/>
                    <a:pt x="1" y="399"/>
                  </a:cubicBezTo>
                  <a:lnTo>
                    <a:pt x="1" y="768"/>
                  </a:lnTo>
                  <a:cubicBezTo>
                    <a:pt x="1" y="864"/>
                    <a:pt x="72" y="935"/>
                    <a:pt x="168" y="935"/>
                  </a:cubicBezTo>
                  <a:cubicBezTo>
                    <a:pt x="251" y="935"/>
                    <a:pt x="322" y="864"/>
                    <a:pt x="322" y="768"/>
                  </a:cubicBezTo>
                  <a:lnTo>
                    <a:pt x="322" y="399"/>
                  </a:lnTo>
                  <a:cubicBezTo>
                    <a:pt x="322" y="399"/>
                    <a:pt x="322" y="387"/>
                    <a:pt x="346" y="387"/>
                  </a:cubicBezTo>
                  <a:cubicBezTo>
                    <a:pt x="498" y="361"/>
                    <a:pt x="764" y="327"/>
                    <a:pt x="1063" y="327"/>
                  </a:cubicBezTo>
                  <a:cubicBezTo>
                    <a:pt x="1162" y="327"/>
                    <a:pt x="1266" y="331"/>
                    <a:pt x="1370" y="340"/>
                  </a:cubicBezTo>
                  <a:cubicBezTo>
                    <a:pt x="1858" y="364"/>
                    <a:pt x="2215" y="506"/>
                    <a:pt x="2442" y="709"/>
                  </a:cubicBezTo>
                  <a:cubicBezTo>
                    <a:pt x="2471" y="739"/>
                    <a:pt x="2513" y="753"/>
                    <a:pt x="2555" y="753"/>
                  </a:cubicBezTo>
                  <a:cubicBezTo>
                    <a:pt x="2596" y="753"/>
                    <a:pt x="2638" y="739"/>
                    <a:pt x="2668" y="709"/>
                  </a:cubicBezTo>
                  <a:cubicBezTo>
                    <a:pt x="2727" y="637"/>
                    <a:pt x="2727" y="530"/>
                    <a:pt x="2656" y="471"/>
                  </a:cubicBezTo>
                  <a:cubicBezTo>
                    <a:pt x="2283" y="97"/>
                    <a:pt x="1643" y="0"/>
                    <a:pt x="10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Google Shape;12797;p90"/>
            <p:cNvSpPr/>
            <p:nvPr/>
          </p:nvSpPr>
          <p:spPr>
            <a:xfrm>
              <a:off x="5441050" y="3636389"/>
              <a:ext cx="10248" cy="32241"/>
            </a:xfrm>
            <a:custGeom>
              <a:avLst/>
              <a:gdLst/>
              <a:ahLst/>
              <a:cxnLst/>
              <a:rect l="l" t="t" r="r" b="b"/>
              <a:pathLst>
                <a:path w="322" h="1013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lnTo>
                    <a:pt x="0" y="845"/>
                  </a:lnTo>
                  <a:cubicBezTo>
                    <a:pt x="0" y="929"/>
                    <a:pt x="72" y="1012"/>
                    <a:pt x="167" y="1012"/>
                  </a:cubicBezTo>
                  <a:cubicBezTo>
                    <a:pt x="250" y="1012"/>
                    <a:pt x="322" y="929"/>
                    <a:pt x="322" y="845"/>
                  </a:cubicBezTo>
                  <a:lnTo>
                    <a:pt x="322" y="155"/>
                  </a:lnTo>
                  <a:cubicBezTo>
                    <a:pt x="310" y="71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Google Shape;12798;p90"/>
            <p:cNvSpPr/>
            <p:nvPr/>
          </p:nvSpPr>
          <p:spPr>
            <a:xfrm>
              <a:off x="5559257" y="3636389"/>
              <a:ext cx="10662" cy="32241"/>
            </a:xfrm>
            <a:custGeom>
              <a:avLst/>
              <a:gdLst/>
              <a:ahLst/>
              <a:cxnLst/>
              <a:rect l="l" t="t" r="r" b="b"/>
              <a:pathLst>
                <a:path w="335" h="1013" extrusionOk="0">
                  <a:moveTo>
                    <a:pt x="168" y="0"/>
                  </a:moveTo>
                  <a:cubicBezTo>
                    <a:pt x="84" y="0"/>
                    <a:pt x="1" y="71"/>
                    <a:pt x="1" y="155"/>
                  </a:cubicBezTo>
                  <a:lnTo>
                    <a:pt x="1" y="845"/>
                  </a:lnTo>
                  <a:cubicBezTo>
                    <a:pt x="1" y="929"/>
                    <a:pt x="84" y="1012"/>
                    <a:pt x="168" y="1012"/>
                  </a:cubicBezTo>
                  <a:cubicBezTo>
                    <a:pt x="263" y="1012"/>
                    <a:pt x="334" y="929"/>
                    <a:pt x="334" y="845"/>
                  </a:cubicBezTo>
                  <a:lnTo>
                    <a:pt x="334" y="155"/>
                  </a:lnTo>
                  <a:cubicBezTo>
                    <a:pt x="334" y="71"/>
                    <a:pt x="263" y="0"/>
                    <a:pt x="1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</p:cSld>
  <p:clrMapOvr>
    <a:masterClrMapping/>
  </p:clrMapOvr>
  <p:transition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5" grpId="0"/>
    </p:bldLst>
  </p:timing>
</p:sld>
</file>

<file path=ppt/theme/theme1.xml><?xml version="1.0" encoding="utf-8"?>
<a:theme xmlns:a="http://schemas.openxmlformats.org/drawingml/2006/main" name="Cyber Monday Retro Style Campaign by Slidesgo">
  <a:themeElements>
    <a:clrScheme name="Simple Light">
      <a:dk1>
        <a:srgbClr val="000000"/>
      </a:dk1>
      <a:lt1>
        <a:srgbClr val="FFFFFF"/>
      </a:lt1>
      <a:dk2>
        <a:srgbClr val="4375C9"/>
      </a:dk2>
      <a:lt2>
        <a:srgbClr val="9729F3"/>
      </a:lt2>
      <a:accent1>
        <a:srgbClr val="EACE5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622</TotalTime>
  <Words>1222</Words>
  <Application>Microsoft Office PowerPoint</Application>
  <PresentationFormat>On-screen Show (16:9)</PresentationFormat>
  <Paragraphs>179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Nanum Gothic Coding</vt:lpstr>
      <vt:lpstr>Open Sans</vt:lpstr>
      <vt:lpstr>Inconsolata</vt:lpstr>
      <vt:lpstr>Times New Roman</vt:lpstr>
      <vt:lpstr>Algerian</vt:lpstr>
      <vt:lpstr>Roboto Condensed Light</vt:lpstr>
      <vt:lpstr>Signika</vt:lpstr>
      <vt:lpstr>Public Sans</vt:lpstr>
      <vt:lpstr>Arial</vt:lpstr>
      <vt:lpstr>Nunito</vt:lpstr>
      <vt:lpstr>Cyber Monday Retro Style Campaign by Slidesgo</vt:lpstr>
      <vt:lpstr>Computer Graphics and Animations</vt:lpstr>
      <vt:lpstr>PowerPoint Presentation</vt:lpstr>
      <vt:lpstr>What is Computer Graphics Programming ?</vt:lpstr>
      <vt:lpstr>What is Computer Animation ?</vt:lpstr>
      <vt:lpstr>Program 1:</vt:lpstr>
      <vt:lpstr>Code</vt:lpstr>
      <vt:lpstr>Code</vt:lpstr>
      <vt:lpstr>Output :</vt:lpstr>
      <vt:lpstr>Program 2:</vt:lpstr>
      <vt:lpstr>Code</vt:lpstr>
      <vt:lpstr>Code</vt:lpstr>
      <vt:lpstr> </vt:lpstr>
      <vt:lpstr>Output</vt:lpstr>
      <vt:lpstr>Program 3:</vt:lpstr>
      <vt:lpstr>Code</vt:lpstr>
      <vt:lpstr>Code</vt:lpstr>
      <vt:lpstr>PowerPoint Presentation</vt:lpstr>
      <vt:lpstr>Program 4:</vt:lpstr>
      <vt:lpstr>Code</vt:lpstr>
      <vt:lpstr>Code</vt:lpstr>
      <vt:lpstr>PowerPoint Presentation</vt:lpstr>
      <vt:lpstr>Program 5:</vt:lpstr>
      <vt:lpstr>Code for Cleardevice( ) :</vt:lpstr>
      <vt:lpstr>ABOUT US</vt:lpstr>
      <vt:lpstr>#include&lt;graphics.h&gt; #include&lt;conio.h&gt; int main() { int gd=DETECT,gm; initgraph(&amp;gd,&amp;gm,"C:\\TC\\BGI"); outtext("Press any key to close the graphics mode!!"); getch(); closegraph(); return 0; } </vt:lpstr>
      <vt:lpstr>PowerPoint Presentation</vt:lpstr>
      <vt:lpstr>Thankyou for listening!!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 and Animations</dc:title>
  <dc:creator>Javed Shaikh</dc:creator>
  <cp:lastModifiedBy>Aditya</cp:lastModifiedBy>
  <cp:revision>44</cp:revision>
  <dcterms:modified xsi:type="dcterms:W3CDTF">2022-02-07T16:02:53Z</dcterms:modified>
</cp:coreProperties>
</file>